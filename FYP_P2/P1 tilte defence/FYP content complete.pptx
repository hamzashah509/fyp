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20"/>
  </p:notesMasterIdLst>
  <p:sldIdLst>
    <p:sldId id="257" r:id="rId5"/>
    <p:sldId id="262" r:id="rId6"/>
    <p:sldId id="266" r:id="rId7"/>
    <p:sldId id="274" r:id="rId8"/>
    <p:sldId id="267" r:id="rId9"/>
    <p:sldId id="261" r:id="rId10"/>
    <p:sldId id="270" r:id="rId11"/>
    <p:sldId id="259" r:id="rId12"/>
    <p:sldId id="268" r:id="rId13"/>
    <p:sldId id="273" r:id="rId14"/>
    <p:sldId id="276" r:id="rId15"/>
    <p:sldId id="277" r:id="rId16"/>
    <p:sldId id="279" r:id="rId17"/>
    <p:sldId id="280"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F49C86-1800-4B1A-BA01-DA5B8E70491A}" v="29" dt="2021-10-03T13:08:55.8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546" autoAdjust="0"/>
  </p:normalViewPr>
  <p:slideViewPr>
    <p:cSldViewPr snapToGrid="0">
      <p:cViewPr varScale="1">
        <p:scale>
          <a:sx n="97" d="100"/>
          <a:sy n="97" d="100"/>
        </p:scale>
        <p:origin x="42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Shaukat Lecturer FCSE" userId="48e8cdf9-ec6e-423c-a6b7-93180a25bc71" providerId="ADAL" clId="{76F49C86-1800-4B1A-BA01-DA5B8E70491A}"/>
    <pc:docChg chg="undo redo custSel addSld delSld modSld sldOrd">
      <pc:chgData name="Ali Shaukat Lecturer FCSE" userId="48e8cdf9-ec6e-423c-a6b7-93180a25bc71" providerId="ADAL" clId="{76F49C86-1800-4B1A-BA01-DA5B8E70491A}" dt="2021-10-03T13:10:04.219" v="1624" actId="20577"/>
      <pc:docMkLst>
        <pc:docMk/>
      </pc:docMkLst>
      <pc:sldChg chg="new del">
        <pc:chgData name="Ali Shaukat Lecturer FCSE" userId="48e8cdf9-ec6e-423c-a6b7-93180a25bc71" providerId="ADAL" clId="{76F49C86-1800-4B1A-BA01-DA5B8E70491A}" dt="2021-09-27T08:54:25.987" v="2" actId="47"/>
        <pc:sldMkLst>
          <pc:docMk/>
          <pc:sldMk cId="3007006867" sldId="256"/>
        </pc:sldMkLst>
      </pc:sldChg>
      <pc:sldChg chg="addSp delSp modSp add mod modClrScheme chgLayout">
        <pc:chgData name="Ali Shaukat Lecturer FCSE" userId="48e8cdf9-ec6e-423c-a6b7-93180a25bc71" providerId="ADAL" clId="{76F49C86-1800-4B1A-BA01-DA5B8E70491A}" dt="2021-09-27T08:58:22.279" v="163" actId="20577"/>
        <pc:sldMkLst>
          <pc:docMk/>
          <pc:sldMk cId="0" sldId="257"/>
        </pc:sldMkLst>
        <pc:spChg chg="add del mod ord">
          <ac:chgData name="Ali Shaukat Lecturer FCSE" userId="48e8cdf9-ec6e-423c-a6b7-93180a25bc71" providerId="ADAL" clId="{76F49C86-1800-4B1A-BA01-DA5B8E70491A}" dt="2021-09-27T08:56:58.008" v="127" actId="700"/>
          <ac:spMkLst>
            <pc:docMk/>
            <pc:sldMk cId="0" sldId="257"/>
            <ac:spMk id="2" creationId="{83A0A5FA-111E-44F3-B5FD-18D6DE021C7E}"/>
          </ac:spMkLst>
        </pc:spChg>
        <pc:spChg chg="add del mod ord">
          <ac:chgData name="Ali Shaukat Lecturer FCSE" userId="48e8cdf9-ec6e-423c-a6b7-93180a25bc71" providerId="ADAL" clId="{76F49C86-1800-4B1A-BA01-DA5B8E70491A}" dt="2021-09-27T08:56:58.008" v="127" actId="700"/>
          <ac:spMkLst>
            <pc:docMk/>
            <pc:sldMk cId="0" sldId="257"/>
            <ac:spMk id="3" creationId="{13B486DD-9E14-4DE8-B005-BD4487ACA4EF}"/>
          </ac:spMkLst>
        </pc:spChg>
        <pc:spChg chg="add del mod ord">
          <ac:chgData name="Ali Shaukat Lecturer FCSE" userId="48e8cdf9-ec6e-423c-a6b7-93180a25bc71" providerId="ADAL" clId="{76F49C86-1800-4B1A-BA01-DA5B8E70491A}" dt="2021-09-27T08:56:58.008" v="127" actId="700"/>
          <ac:spMkLst>
            <pc:docMk/>
            <pc:sldMk cId="0" sldId="257"/>
            <ac:spMk id="4" creationId="{5683AC8E-A936-4862-ABF6-0AE96AF13650}"/>
          </ac:spMkLst>
        </pc:spChg>
        <pc:spChg chg="add del mod">
          <ac:chgData name="Ali Shaukat Lecturer FCSE" userId="48e8cdf9-ec6e-423c-a6b7-93180a25bc71" providerId="ADAL" clId="{76F49C86-1800-4B1A-BA01-DA5B8E70491A}" dt="2021-09-27T08:57:14.367" v="134"/>
          <ac:spMkLst>
            <pc:docMk/>
            <pc:sldMk cId="0" sldId="257"/>
            <ac:spMk id="10" creationId="{A98A4286-9730-4C28-A43C-9C5BBE5F36F4}"/>
          </ac:spMkLst>
        </pc:spChg>
        <pc:spChg chg="mod">
          <ac:chgData name="Ali Shaukat Lecturer FCSE" userId="48e8cdf9-ec6e-423c-a6b7-93180a25bc71" providerId="ADAL" clId="{76F49C86-1800-4B1A-BA01-DA5B8E70491A}" dt="2021-09-27T08:58:09.493" v="159" actId="1076"/>
          <ac:spMkLst>
            <pc:docMk/>
            <pc:sldMk cId="0" sldId="257"/>
            <ac:spMk id="83" creationId="{00000000-0000-0000-0000-000000000000}"/>
          </ac:spMkLst>
        </pc:spChg>
        <pc:spChg chg="mod">
          <ac:chgData name="Ali Shaukat Lecturer FCSE" userId="48e8cdf9-ec6e-423c-a6b7-93180a25bc71" providerId="ADAL" clId="{76F49C86-1800-4B1A-BA01-DA5B8E70491A}" dt="2021-09-27T08:58:22.279" v="163" actId="20577"/>
          <ac:spMkLst>
            <pc:docMk/>
            <pc:sldMk cId="0" sldId="257"/>
            <ac:spMk id="84" creationId="{00000000-0000-0000-0000-000000000000}"/>
          </ac:spMkLst>
        </pc:spChg>
        <pc:spChg chg="mod">
          <ac:chgData name="Ali Shaukat Lecturer FCSE" userId="48e8cdf9-ec6e-423c-a6b7-93180a25bc71" providerId="ADAL" clId="{76F49C86-1800-4B1A-BA01-DA5B8E70491A}" dt="2021-09-27T08:58:05.322" v="158" actId="1076"/>
          <ac:spMkLst>
            <pc:docMk/>
            <pc:sldMk cId="0" sldId="257"/>
            <ac:spMk id="85" creationId="{00000000-0000-0000-0000-000000000000}"/>
          </ac:spMkLst>
        </pc:spChg>
        <pc:spChg chg="mod">
          <ac:chgData name="Ali Shaukat Lecturer FCSE" userId="48e8cdf9-ec6e-423c-a6b7-93180a25bc71" providerId="ADAL" clId="{76F49C86-1800-4B1A-BA01-DA5B8E70491A}" dt="2021-09-27T08:58:00.652" v="157" actId="1076"/>
          <ac:spMkLst>
            <pc:docMk/>
            <pc:sldMk cId="0" sldId="257"/>
            <ac:spMk id="86" creationId="{00000000-0000-0000-0000-000000000000}"/>
          </ac:spMkLst>
        </pc:spChg>
        <pc:spChg chg="mod">
          <ac:chgData name="Ali Shaukat Lecturer FCSE" userId="48e8cdf9-ec6e-423c-a6b7-93180a25bc71" providerId="ADAL" clId="{76F49C86-1800-4B1A-BA01-DA5B8E70491A}" dt="2021-09-27T08:55:48.931" v="110" actId="20577"/>
          <ac:spMkLst>
            <pc:docMk/>
            <pc:sldMk cId="0" sldId="257"/>
            <ac:spMk id="87" creationId="{00000000-0000-0000-0000-000000000000}"/>
          </ac:spMkLst>
        </pc:spChg>
      </pc:sldChg>
      <pc:sldChg chg="modSp new mod">
        <pc:chgData name="Ali Shaukat Lecturer FCSE" userId="48e8cdf9-ec6e-423c-a6b7-93180a25bc71" providerId="ADAL" clId="{76F49C86-1800-4B1A-BA01-DA5B8E70491A}" dt="2021-09-27T10:00:21.735" v="1128"/>
        <pc:sldMkLst>
          <pc:docMk/>
          <pc:sldMk cId="3406228337" sldId="258"/>
        </pc:sldMkLst>
        <pc:spChg chg="mod">
          <ac:chgData name="Ali Shaukat Lecturer FCSE" userId="48e8cdf9-ec6e-423c-a6b7-93180a25bc71" providerId="ADAL" clId="{76F49C86-1800-4B1A-BA01-DA5B8E70491A}" dt="2021-09-27T08:59:34.355" v="197" actId="20577"/>
          <ac:spMkLst>
            <pc:docMk/>
            <pc:sldMk cId="3406228337" sldId="258"/>
            <ac:spMk id="2" creationId="{5754548A-365C-4EA8-8F20-F95588A53F56}"/>
          </ac:spMkLst>
        </pc:spChg>
        <pc:spChg chg="mod">
          <ac:chgData name="Ali Shaukat Lecturer FCSE" userId="48e8cdf9-ec6e-423c-a6b7-93180a25bc71" providerId="ADAL" clId="{76F49C86-1800-4B1A-BA01-DA5B8E70491A}" dt="2021-09-27T10:00:21.735" v="1128"/>
          <ac:spMkLst>
            <pc:docMk/>
            <pc:sldMk cId="3406228337" sldId="258"/>
            <ac:spMk id="3" creationId="{168C8376-EAC6-43A7-9004-3ED6D027F7D6}"/>
          </ac:spMkLst>
        </pc:spChg>
        <pc:spChg chg="mod">
          <ac:chgData name="Ali Shaukat Lecturer FCSE" userId="48e8cdf9-ec6e-423c-a6b7-93180a25bc71" providerId="ADAL" clId="{76F49C86-1800-4B1A-BA01-DA5B8E70491A}" dt="2021-09-27T08:58:49.020" v="165" actId="6549"/>
          <ac:spMkLst>
            <pc:docMk/>
            <pc:sldMk cId="3406228337" sldId="258"/>
            <ac:spMk id="88" creationId="{00000000-0000-0000-0000-000000000000}"/>
          </ac:spMkLst>
        </pc:spChg>
      </pc:sldChg>
      <pc:sldChg chg="modSp add mod ord">
        <pc:chgData name="Ali Shaukat Lecturer FCSE" userId="48e8cdf9-ec6e-423c-a6b7-93180a25bc71" providerId="ADAL" clId="{76F49C86-1800-4B1A-BA01-DA5B8E70491A}" dt="2021-10-03T13:09:14.904" v="1589"/>
        <pc:sldMkLst>
          <pc:docMk/>
          <pc:sldMk cId="768913281" sldId="259"/>
        </pc:sldMkLst>
        <pc:spChg chg="mod">
          <ac:chgData name="Ali Shaukat Lecturer FCSE" userId="48e8cdf9-ec6e-423c-a6b7-93180a25bc71" providerId="ADAL" clId="{76F49C86-1800-4B1A-BA01-DA5B8E70491A}" dt="2021-09-27T09:04:32.480" v="427" actId="20577"/>
          <ac:spMkLst>
            <pc:docMk/>
            <pc:sldMk cId="768913281" sldId="259"/>
            <ac:spMk id="2" creationId="{5754548A-365C-4EA8-8F20-F95588A53F56}"/>
          </ac:spMkLst>
        </pc:spChg>
        <pc:spChg chg="mod">
          <ac:chgData name="Ali Shaukat Lecturer FCSE" userId="48e8cdf9-ec6e-423c-a6b7-93180a25bc71" providerId="ADAL" clId="{76F49C86-1800-4B1A-BA01-DA5B8E70491A}" dt="2021-09-27T10:01:37.413" v="1213" actId="20577"/>
          <ac:spMkLst>
            <pc:docMk/>
            <pc:sldMk cId="768913281" sldId="259"/>
            <ac:spMk id="3" creationId="{168C8376-EAC6-43A7-9004-3ED6D027F7D6}"/>
          </ac:spMkLst>
        </pc:spChg>
      </pc:sldChg>
      <pc:sldChg chg="modSp new del mod">
        <pc:chgData name="Ali Shaukat Lecturer FCSE" userId="48e8cdf9-ec6e-423c-a6b7-93180a25bc71" providerId="ADAL" clId="{76F49C86-1800-4B1A-BA01-DA5B8E70491A}" dt="2021-09-27T09:04:27.384" v="410" actId="47"/>
        <pc:sldMkLst>
          <pc:docMk/>
          <pc:sldMk cId="1010570825" sldId="260"/>
        </pc:sldMkLst>
        <pc:spChg chg="mod">
          <ac:chgData name="Ali Shaukat Lecturer FCSE" userId="48e8cdf9-ec6e-423c-a6b7-93180a25bc71" providerId="ADAL" clId="{76F49C86-1800-4B1A-BA01-DA5B8E70491A}" dt="2021-09-27T09:00:49.215" v="239" actId="404"/>
          <ac:spMkLst>
            <pc:docMk/>
            <pc:sldMk cId="1010570825" sldId="260"/>
            <ac:spMk id="2" creationId="{466ECDC7-F2DF-4FD4-A8A7-767602472AA5}"/>
          </ac:spMkLst>
        </pc:spChg>
        <pc:spChg chg="mod">
          <ac:chgData name="Ali Shaukat Lecturer FCSE" userId="48e8cdf9-ec6e-423c-a6b7-93180a25bc71" providerId="ADAL" clId="{76F49C86-1800-4B1A-BA01-DA5B8E70491A}" dt="2021-09-27T09:01:15.240" v="262" actId="20577"/>
          <ac:spMkLst>
            <pc:docMk/>
            <pc:sldMk cId="1010570825" sldId="260"/>
            <ac:spMk id="3" creationId="{A6EA2134-004D-4FC9-8E61-D6A75DCA40DA}"/>
          </ac:spMkLst>
        </pc:spChg>
      </pc:sldChg>
      <pc:sldChg chg="modSp add mod">
        <pc:chgData name="Ali Shaukat Lecturer FCSE" userId="48e8cdf9-ec6e-423c-a6b7-93180a25bc71" providerId="ADAL" clId="{76F49C86-1800-4B1A-BA01-DA5B8E70491A}" dt="2021-09-27T09:55:02.959" v="1035" actId="20577"/>
        <pc:sldMkLst>
          <pc:docMk/>
          <pc:sldMk cId="1105910275" sldId="261"/>
        </pc:sldMkLst>
        <pc:spChg chg="mod">
          <ac:chgData name="Ali Shaukat Lecturer FCSE" userId="48e8cdf9-ec6e-423c-a6b7-93180a25bc71" providerId="ADAL" clId="{76F49C86-1800-4B1A-BA01-DA5B8E70491A}" dt="2021-09-27T09:01:53.881" v="273" actId="20577"/>
          <ac:spMkLst>
            <pc:docMk/>
            <pc:sldMk cId="1105910275" sldId="261"/>
            <ac:spMk id="2" creationId="{5754548A-365C-4EA8-8F20-F95588A53F56}"/>
          </ac:spMkLst>
        </pc:spChg>
        <pc:spChg chg="mod">
          <ac:chgData name="Ali Shaukat Lecturer FCSE" userId="48e8cdf9-ec6e-423c-a6b7-93180a25bc71" providerId="ADAL" clId="{76F49C86-1800-4B1A-BA01-DA5B8E70491A}" dt="2021-09-27T09:55:02.959" v="1035" actId="20577"/>
          <ac:spMkLst>
            <pc:docMk/>
            <pc:sldMk cId="1105910275" sldId="261"/>
            <ac:spMk id="3" creationId="{168C8376-EAC6-43A7-9004-3ED6D027F7D6}"/>
          </ac:spMkLst>
        </pc:spChg>
      </pc:sldChg>
      <pc:sldChg chg="addSp delSp modSp new mod">
        <pc:chgData name="Ali Shaukat Lecturer FCSE" userId="48e8cdf9-ec6e-423c-a6b7-93180a25bc71" providerId="ADAL" clId="{76F49C86-1800-4B1A-BA01-DA5B8E70491A}" dt="2021-10-03T13:09:00.592" v="1585" actId="14734"/>
        <pc:sldMkLst>
          <pc:docMk/>
          <pc:sldMk cId="3445406530" sldId="262"/>
        </pc:sldMkLst>
        <pc:spChg chg="mod">
          <ac:chgData name="Ali Shaukat Lecturer FCSE" userId="48e8cdf9-ec6e-423c-a6b7-93180a25bc71" providerId="ADAL" clId="{76F49C86-1800-4B1A-BA01-DA5B8E70491A}" dt="2021-09-27T09:14:39.847" v="592" actId="122"/>
          <ac:spMkLst>
            <pc:docMk/>
            <pc:sldMk cId="3445406530" sldId="262"/>
            <ac:spMk id="2" creationId="{8AF56869-F243-4FF9-84B3-DCAAE44008DD}"/>
          </ac:spMkLst>
        </pc:spChg>
        <pc:spChg chg="del">
          <ac:chgData name="Ali Shaukat Lecturer FCSE" userId="48e8cdf9-ec6e-423c-a6b7-93180a25bc71" providerId="ADAL" clId="{76F49C86-1800-4B1A-BA01-DA5B8E70491A}" dt="2021-09-27T09:14:31.138" v="588" actId="478"/>
          <ac:spMkLst>
            <pc:docMk/>
            <pc:sldMk cId="3445406530" sldId="262"/>
            <ac:spMk id="3" creationId="{1559DFC5-43C2-4B19-BA99-A41E4A07D0C6}"/>
          </ac:spMkLst>
        </pc:spChg>
        <pc:spChg chg="add del">
          <ac:chgData name="Ali Shaukat Lecturer FCSE" userId="48e8cdf9-ec6e-423c-a6b7-93180a25bc71" providerId="ADAL" clId="{76F49C86-1800-4B1A-BA01-DA5B8E70491A}" dt="2021-09-27T09:38:49.040" v="644" actId="22"/>
          <ac:spMkLst>
            <pc:docMk/>
            <pc:sldMk cId="3445406530" sldId="262"/>
            <ac:spMk id="10" creationId="{BCB06B23-F3AF-4138-890A-626A3D7AA311}"/>
          </ac:spMkLst>
        </pc:spChg>
        <pc:graphicFrameChg chg="add del mod">
          <ac:chgData name="Ali Shaukat Lecturer FCSE" userId="48e8cdf9-ec6e-423c-a6b7-93180a25bc71" providerId="ADAL" clId="{76F49C86-1800-4B1A-BA01-DA5B8E70491A}" dt="2021-09-27T09:14:17.423" v="585"/>
          <ac:graphicFrameMkLst>
            <pc:docMk/>
            <pc:sldMk cId="3445406530" sldId="262"/>
            <ac:graphicFrameMk id="4" creationId="{194D6BD9-B624-4FF1-97CD-47AFFA9139E4}"/>
          </ac:graphicFrameMkLst>
        </pc:graphicFrameChg>
        <pc:graphicFrameChg chg="add del mod">
          <ac:chgData name="Ali Shaukat Lecturer FCSE" userId="48e8cdf9-ec6e-423c-a6b7-93180a25bc71" providerId="ADAL" clId="{76F49C86-1800-4B1A-BA01-DA5B8E70491A}" dt="2021-09-27T09:14:26.857" v="587"/>
          <ac:graphicFrameMkLst>
            <pc:docMk/>
            <pc:sldMk cId="3445406530" sldId="262"/>
            <ac:graphicFrameMk id="5" creationId="{250B7CF3-325D-4B67-89D5-9E6B1ACBBBFC}"/>
          </ac:graphicFrameMkLst>
        </pc:graphicFrameChg>
        <pc:graphicFrameChg chg="add del mod modGraphic">
          <ac:chgData name="Ali Shaukat Lecturer FCSE" userId="48e8cdf9-ec6e-423c-a6b7-93180a25bc71" providerId="ADAL" clId="{76F49C86-1800-4B1A-BA01-DA5B8E70491A}" dt="2021-09-27T09:31:18.210" v="606" actId="478"/>
          <ac:graphicFrameMkLst>
            <pc:docMk/>
            <pc:sldMk cId="3445406530" sldId="262"/>
            <ac:graphicFrameMk id="6" creationId="{D2ED1F2C-974F-490D-A0D6-C975106ACD7D}"/>
          </ac:graphicFrameMkLst>
        </pc:graphicFrameChg>
        <pc:graphicFrameChg chg="add del mod modGraphic">
          <ac:chgData name="Ali Shaukat Lecturer FCSE" userId="48e8cdf9-ec6e-423c-a6b7-93180a25bc71" providerId="ADAL" clId="{76F49C86-1800-4B1A-BA01-DA5B8E70491A}" dt="2021-09-27T09:38:31.084" v="637" actId="478"/>
          <ac:graphicFrameMkLst>
            <pc:docMk/>
            <pc:sldMk cId="3445406530" sldId="262"/>
            <ac:graphicFrameMk id="7" creationId="{C6253140-2523-48B3-98A4-BF52599680CE}"/>
          </ac:graphicFrameMkLst>
        </pc:graphicFrameChg>
        <pc:graphicFrameChg chg="add del mod">
          <ac:chgData name="Ali Shaukat Lecturer FCSE" userId="48e8cdf9-ec6e-423c-a6b7-93180a25bc71" providerId="ADAL" clId="{76F49C86-1800-4B1A-BA01-DA5B8E70491A}" dt="2021-09-27T09:38:47.115" v="641"/>
          <ac:graphicFrameMkLst>
            <pc:docMk/>
            <pc:sldMk cId="3445406530" sldId="262"/>
            <ac:graphicFrameMk id="8" creationId="{0A8AC15E-1375-483F-AD6E-70C36B4FC952}"/>
          </ac:graphicFrameMkLst>
        </pc:graphicFrameChg>
        <pc:graphicFrameChg chg="add mod modGraphic">
          <ac:chgData name="Ali Shaukat Lecturer FCSE" userId="48e8cdf9-ec6e-423c-a6b7-93180a25bc71" providerId="ADAL" clId="{76F49C86-1800-4B1A-BA01-DA5B8E70491A}" dt="2021-10-03T13:09:00.592" v="1585" actId="14734"/>
          <ac:graphicFrameMkLst>
            <pc:docMk/>
            <pc:sldMk cId="3445406530" sldId="262"/>
            <ac:graphicFrameMk id="11" creationId="{D5E2B7D4-FEFC-4EC9-9C47-1E1244C24FC6}"/>
          </ac:graphicFrameMkLst>
        </pc:graphicFrameChg>
        <pc:graphicFrameChg chg="add del mod">
          <ac:chgData name="Ali Shaukat Lecturer FCSE" userId="48e8cdf9-ec6e-423c-a6b7-93180a25bc71" providerId="ADAL" clId="{76F49C86-1800-4B1A-BA01-DA5B8E70491A}" dt="2021-09-27T09:38:53.212" v="647"/>
          <ac:graphicFrameMkLst>
            <pc:docMk/>
            <pc:sldMk cId="3445406530" sldId="262"/>
            <ac:graphicFrameMk id="12" creationId="{C6C74329-BC07-4615-847F-556F207332CD}"/>
          </ac:graphicFrameMkLst>
        </pc:graphicFrameChg>
      </pc:sldChg>
      <pc:sldChg chg="modSp add mod ord">
        <pc:chgData name="Ali Shaukat Lecturer FCSE" userId="48e8cdf9-ec6e-423c-a6b7-93180a25bc71" providerId="ADAL" clId="{76F49C86-1800-4B1A-BA01-DA5B8E70491A}" dt="2021-10-03T13:05:58.204" v="1556" actId="20577"/>
        <pc:sldMkLst>
          <pc:docMk/>
          <pc:sldMk cId="677270961" sldId="263"/>
        </pc:sldMkLst>
        <pc:spChg chg="mod">
          <ac:chgData name="Ali Shaukat Lecturer FCSE" userId="48e8cdf9-ec6e-423c-a6b7-93180a25bc71" providerId="ADAL" clId="{76F49C86-1800-4B1A-BA01-DA5B8E70491A}" dt="2021-09-27T09:51:15.757" v="877" actId="20577"/>
          <ac:spMkLst>
            <pc:docMk/>
            <pc:sldMk cId="677270961" sldId="263"/>
            <ac:spMk id="2" creationId="{5754548A-365C-4EA8-8F20-F95588A53F56}"/>
          </ac:spMkLst>
        </pc:spChg>
        <pc:spChg chg="mod">
          <ac:chgData name="Ali Shaukat Lecturer FCSE" userId="48e8cdf9-ec6e-423c-a6b7-93180a25bc71" providerId="ADAL" clId="{76F49C86-1800-4B1A-BA01-DA5B8E70491A}" dt="2021-10-03T13:05:58.204" v="1556" actId="20577"/>
          <ac:spMkLst>
            <pc:docMk/>
            <pc:sldMk cId="677270961" sldId="263"/>
            <ac:spMk id="3" creationId="{168C8376-EAC6-43A7-9004-3ED6D027F7D6}"/>
          </ac:spMkLst>
        </pc:spChg>
      </pc:sldChg>
      <pc:sldChg chg="modSp add del mod">
        <pc:chgData name="Ali Shaukat Lecturer FCSE" userId="48e8cdf9-ec6e-423c-a6b7-93180a25bc71" providerId="ADAL" clId="{76F49C86-1800-4B1A-BA01-DA5B8E70491A}" dt="2021-09-27T10:00:52.033" v="1129" actId="47"/>
        <pc:sldMkLst>
          <pc:docMk/>
          <pc:sldMk cId="82072671" sldId="264"/>
        </pc:sldMkLst>
        <pc:spChg chg="mod">
          <ac:chgData name="Ali Shaukat Lecturer FCSE" userId="48e8cdf9-ec6e-423c-a6b7-93180a25bc71" providerId="ADAL" clId="{76F49C86-1800-4B1A-BA01-DA5B8E70491A}" dt="2021-09-27T09:57:49.978" v="1055" actId="20577"/>
          <ac:spMkLst>
            <pc:docMk/>
            <pc:sldMk cId="82072671" sldId="264"/>
            <ac:spMk id="2" creationId="{5754548A-365C-4EA8-8F20-F95588A53F56}"/>
          </ac:spMkLst>
        </pc:spChg>
        <pc:spChg chg="mod">
          <ac:chgData name="Ali Shaukat Lecturer FCSE" userId="48e8cdf9-ec6e-423c-a6b7-93180a25bc71" providerId="ADAL" clId="{76F49C86-1800-4B1A-BA01-DA5B8E70491A}" dt="2021-09-27T10:00:13.901" v="1127" actId="20577"/>
          <ac:spMkLst>
            <pc:docMk/>
            <pc:sldMk cId="82072671" sldId="264"/>
            <ac:spMk id="3" creationId="{168C8376-EAC6-43A7-9004-3ED6D027F7D6}"/>
          </ac:spMkLst>
        </pc:spChg>
      </pc:sldChg>
      <pc:sldChg chg="modSp add del mod">
        <pc:chgData name="Ali Shaukat Lecturer FCSE" userId="48e8cdf9-ec6e-423c-a6b7-93180a25bc71" providerId="ADAL" clId="{76F49C86-1800-4B1A-BA01-DA5B8E70491A}" dt="2021-09-27T09:54:05.810" v="1031" actId="47"/>
        <pc:sldMkLst>
          <pc:docMk/>
          <pc:sldMk cId="3126327364" sldId="264"/>
        </pc:sldMkLst>
        <pc:spChg chg="mod">
          <ac:chgData name="Ali Shaukat Lecturer FCSE" userId="48e8cdf9-ec6e-423c-a6b7-93180a25bc71" providerId="ADAL" clId="{76F49C86-1800-4B1A-BA01-DA5B8E70491A}" dt="2021-09-27T09:52:56.110" v="978" actId="20577"/>
          <ac:spMkLst>
            <pc:docMk/>
            <pc:sldMk cId="3126327364" sldId="264"/>
            <ac:spMk id="3" creationId="{168C8376-EAC6-43A7-9004-3ED6D027F7D6}"/>
          </ac:spMkLst>
        </pc:spChg>
      </pc:sldChg>
      <pc:sldChg chg="new del">
        <pc:chgData name="Ali Shaukat Lecturer FCSE" userId="48e8cdf9-ec6e-423c-a6b7-93180a25bc71" providerId="ADAL" clId="{76F49C86-1800-4B1A-BA01-DA5B8E70491A}" dt="2021-10-03T13:01:17.490" v="1263" actId="47"/>
        <pc:sldMkLst>
          <pc:docMk/>
          <pc:sldMk cId="4219785708" sldId="264"/>
        </pc:sldMkLst>
      </pc:sldChg>
      <pc:sldChg chg="modSp new del mod">
        <pc:chgData name="Ali Shaukat Lecturer FCSE" userId="48e8cdf9-ec6e-423c-a6b7-93180a25bc71" providerId="ADAL" clId="{76F49C86-1800-4B1A-BA01-DA5B8E70491A}" dt="2021-10-03T13:02:19.039" v="1397" actId="47"/>
        <pc:sldMkLst>
          <pc:docMk/>
          <pc:sldMk cId="2713528861" sldId="265"/>
        </pc:sldMkLst>
        <pc:spChg chg="mod">
          <ac:chgData name="Ali Shaukat Lecturer FCSE" userId="48e8cdf9-ec6e-423c-a6b7-93180a25bc71" providerId="ADAL" clId="{76F49C86-1800-4B1A-BA01-DA5B8E70491A}" dt="2021-10-03T13:01:02.150" v="1219" actId="27636"/>
          <ac:spMkLst>
            <pc:docMk/>
            <pc:sldMk cId="2713528861" sldId="265"/>
            <ac:spMk id="2" creationId="{1709B303-B73E-48B4-BF04-282F3B273401}"/>
          </ac:spMkLst>
        </pc:spChg>
        <pc:spChg chg="mod">
          <ac:chgData name="Ali Shaukat Lecturer FCSE" userId="48e8cdf9-ec6e-423c-a6b7-93180a25bc71" providerId="ADAL" clId="{76F49C86-1800-4B1A-BA01-DA5B8E70491A}" dt="2021-10-03T13:01:12.682" v="1262" actId="20577"/>
          <ac:spMkLst>
            <pc:docMk/>
            <pc:sldMk cId="2713528861" sldId="265"/>
            <ac:spMk id="3" creationId="{EB73C061-46C1-4FC4-9F1C-E9355361D9D4}"/>
          </ac:spMkLst>
        </pc:spChg>
      </pc:sldChg>
      <pc:sldChg chg="modSp add mod">
        <pc:chgData name="Ali Shaukat Lecturer FCSE" userId="48e8cdf9-ec6e-423c-a6b7-93180a25bc71" providerId="ADAL" clId="{76F49C86-1800-4B1A-BA01-DA5B8E70491A}" dt="2021-10-03T13:02:10.559" v="1396" actId="20577"/>
        <pc:sldMkLst>
          <pc:docMk/>
          <pc:sldMk cId="977906843" sldId="266"/>
        </pc:sldMkLst>
        <pc:spChg chg="mod">
          <ac:chgData name="Ali Shaukat Lecturer FCSE" userId="48e8cdf9-ec6e-423c-a6b7-93180a25bc71" providerId="ADAL" clId="{76F49C86-1800-4B1A-BA01-DA5B8E70491A}" dt="2021-10-03T13:02:10.559" v="1396" actId="20577"/>
          <ac:spMkLst>
            <pc:docMk/>
            <pc:sldMk cId="977906843" sldId="266"/>
            <ac:spMk id="3" creationId="{EB73C061-46C1-4FC4-9F1C-E9355361D9D4}"/>
          </ac:spMkLst>
        </pc:spChg>
      </pc:sldChg>
      <pc:sldChg chg="modSp add mod ord">
        <pc:chgData name="Ali Shaukat Lecturer FCSE" userId="48e8cdf9-ec6e-423c-a6b7-93180a25bc71" providerId="ADAL" clId="{76F49C86-1800-4B1A-BA01-DA5B8E70491A}" dt="2021-10-03T13:04:59.271" v="1435" actId="20577"/>
        <pc:sldMkLst>
          <pc:docMk/>
          <pc:sldMk cId="3514608436" sldId="267"/>
        </pc:sldMkLst>
        <pc:spChg chg="mod">
          <ac:chgData name="Ali Shaukat Lecturer FCSE" userId="48e8cdf9-ec6e-423c-a6b7-93180a25bc71" providerId="ADAL" clId="{76F49C86-1800-4B1A-BA01-DA5B8E70491A}" dt="2021-10-03T13:04:59.271" v="1435" actId="20577"/>
          <ac:spMkLst>
            <pc:docMk/>
            <pc:sldMk cId="3514608436" sldId="267"/>
            <ac:spMk id="2" creationId="{1709B303-B73E-48B4-BF04-282F3B273401}"/>
          </ac:spMkLst>
        </pc:spChg>
      </pc:sldChg>
      <pc:sldChg chg="modSp add mod ord">
        <pc:chgData name="Ali Shaukat Lecturer FCSE" userId="48e8cdf9-ec6e-423c-a6b7-93180a25bc71" providerId="ADAL" clId="{76F49C86-1800-4B1A-BA01-DA5B8E70491A}" dt="2021-10-03T13:03:21.065" v="1414" actId="27636"/>
        <pc:sldMkLst>
          <pc:docMk/>
          <pc:sldMk cId="3472507226" sldId="268"/>
        </pc:sldMkLst>
        <pc:spChg chg="mod">
          <ac:chgData name="Ali Shaukat Lecturer FCSE" userId="48e8cdf9-ec6e-423c-a6b7-93180a25bc71" providerId="ADAL" clId="{76F49C86-1800-4B1A-BA01-DA5B8E70491A}" dt="2021-10-03T13:03:21.065" v="1414" actId="27636"/>
          <ac:spMkLst>
            <pc:docMk/>
            <pc:sldMk cId="3472507226" sldId="268"/>
            <ac:spMk id="2" creationId="{1709B303-B73E-48B4-BF04-282F3B273401}"/>
          </ac:spMkLst>
        </pc:spChg>
      </pc:sldChg>
      <pc:sldChg chg="modSp add del mod ord">
        <pc:chgData name="Ali Shaukat Lecturer FCSE" userId="48e8cdf9-ec6e-423c-a6b7-93180a25bc71" providerId="ADAL" clId="{76F49C86-1800-4B1A-BA01-DA5B8E70491A}" dt="2021-10-03T13:05:05.823" v="1437" actId="47"/>
        <pc:sldMkLst>
          <pc:docMk/>
          <pc:sldMk cId="656648196" sldId="269"/>
        </pc:sldMkLst>
        <pc:spChg chg="mod">
          <ac:chgData name="Ali Shaukat Lecturer FCSE" userId="48e8cdf9-ec6e-423c-a6b7-93180a25bc71" providerId="ADAL" clId="{76F49C86-1800-4B1A-BA01-DA5B8E70491A}" dt="2021-10-03T13:03:46.433" v="1419" actId="122"/>
          <ac:spMkLst>
            <pc:docMk/>
            <pc:sldMk cId="656648196" sldId="269"/>
            <ac:spMk id="2" creationId="{1709B303-B73E-48B4-BF04-282F3B273401}"/>
          </ac:spMkLst>
        </pc:spChg>
      </pc:sldChg>
      <pc:sldChg chg="add ord">
        <pc:chgData name="Ali Shaukat Lecturer FCSE" userId="48e8cdf9-ec6e-423c-a6b7-93180a25bc71" providerId="ADAL" clId="{76F49C86-1800-4B1A-BA01-DA5B8E70491A}" dt="2021-10-03T13:09:13.257" v="1587"/>
        <pc:sldMkLst>
          <pc:docMk/>
          <pc:sldMk cId="240380257" sldId="270"/>
        </pc:sldMkLst>
      </pc:sldChg>
      <pc:sldChg chg="modSp add mod ord">
        <pc:chgData name="Ali Shaukat Lecturer FCSE" userId="48e8cdf9-ec6e-423c-a6b7-93180a25bc71" providerId="ADAL" clId="{76F49C86-1800-4B1A-BA01-DA5B8E70491A}" dt="2021-10-03T13:10:04.219" v="1624" actId="20577"/>
        <pc:sldMkLst>
          <pc:docMk/>
          <pc:sldMk cId="637797877" sldId="271"/>
        </pc:sldMkLst>
        <pc:spChg chg="mod">
          <ac:chgData name="Ali Shaukat Lecturer FCSE" userId="48e8cdf9-ec6e-423c-a6b7-93180a25bc71" providerId="ADAL" clId="{76F49C86-1800-4B1A-BA01-DA5B8E70491A}" dt="2021-10-03T13:09:49.290" v="1601" actId="20577"/>
          <ac:spMkLst>
            <pc:docMk/>
            <pc:sldMk cId="637797877" sldId="271"/>
            <ac:spMk id="2" creationId="{5754548A-365C-4EA8-8F20-F95588A53F56}"/>
          </ac:spMkLst>
        </pc:spChg>
        <pc:spChg chg="mod">
          <ac:chgData name="Ali Shaukat Lecturer FCSE" userId="48e8cdf9-ec6e-423c-a6b7-93180a25bc71" providerId="ADAL" clId="{76F49C86-1800-4B1A-BA01-DA5B8E70491A}" dt="2021-10-03T13:10:04.219" v="1624" actId="20577"/>
          <ac:spMkLst>
            <pc:docMk/>
            <pc:sldMk cId="637797877" sldId="271"/>
            <ac:spMk id="3" creationId="{168C8376-EAC6-43A7-9004-3ED6D027F7D6}"/>
          </ac:spMkLst>
        </pc:spChg>
      </pc:sldChg>
      <pc:sldChg chg="modSp add mod ord modClrScheme chgLayout">
        <pc:chgData name="Ali Shaukat Lecturer FCSE" userId="48e8cdf9-ec6e-423c-a6b7-93180a25bc71" providerId="ADAL" clId="{76F49C86-1800-4B1A-BA01-DA5B8E70491A}" dt="2021-10-03T13:09:37.290" v="1594" actId="20577"/>
        <pc:sldMkLst>
          <pc:docMk/>
          <pc:sldMk cId="3273005794" sldId="272"/>
        </pc:sldMkLst>
        <pc:spChg chg="mod ord">
          <ac:chgData name="Ali Shaukat Lecturer FCSE" userId="48e8cdf9-ec6e-423c-a6b7-93180a25bc71" providerId="ADAL" clId="{76F49C86-1800-4B1A-BA01-DA5B8E70491A}" dt="2021-10-03T13:09:37.290" v="1594" actId="20577"/>
          <ac:spMkLst>
            <pc:docMk/>
            <pc:sldMk cId="3273005794" sldId="272"/>
            <ac:spMk id="2" creationId="{1709B303-B73E-48B4-BF04-282F3B273401}"/>
          </ac:spMkLst>
        </pc:spChg>
        <pc:spChg chg="mod ord">
          <ac:chgData name="Ali Shaukat Lecturer FCSE" userId="48e8cdf9-ec6e-423c-a6b7-93180a25bc71" providerId="ADAL" clId="{76F49C86-1800-4B1A-BA01-DA5B8E70491A}" dt="2021-10-03T13:06:48.784" v="1564" actId="700"/>
          <ac:spMkLst>
            <pc:docMk/>
            <pc:sldMk cId="3273005794" sldId="272"/>
            <ac:spMk id="3" creationId="{EB73C061-46C1-4FC4-9F1C-E9355361D9D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CC6E1-897F-42DA-B491-5D066CD01FFE}" type="datetimeFigureOut">
              <a:rPr lang="en-US" smtClean="0"/>
              <a:t>9/22/2022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84284D-4D65-4143-95E1-80D7B46A271A}" type="slidenum">
              <a:rPr lang="en-US" smtClean="0"/>
              <a:t>‹#›</a:t>
            </a:fld>
            <a:endParaRPr lang="en-US"/>
          </a:p>
        </p:txBody>
      </p:sp>
    </p:spTree>
    <p:extLst>
      <p:ext uri="{BB962C8B-B14F-4D97-AF65-F5344CB8AC3E}">
        <p14:creationId xmlns:p14="http://schemas.microsoft.com/office/powerpoint/2010/main" val="3999767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body"/>
          </p:nvPr>
        </p:nvSpPr>
        <p:spPr>
          <a:xfrm>
            <a:off x="685800" y="4343400"/>
            <a:ext cx="5486040" cy="4114440"/>
          </a:xfrm>
          <a:prstGeom prst="rect">
            <a:avLst/>
          </a:prstGeom>
        </p:spPr>
        <p:txBody>
          <a:bodyPr/>
          <a:lstStyle/>
          <a:p>
            <a:r>
              <a:rPr lang="en-US" sz="2000" b="0" strike="noStrike" spc="-1" dirty="0">
                <a:solidFill>
                  <a:srgbClr val="000000"/>
                </a:solidFill>
                <a:uFill>
                  <a:solidFill>
                    <a:srgbClr val="FFFFFF"/>
                  </a:solidFill>
                </a:uFill>
                <a:latin typeface="Arial"/>
              </a:rPr>
              <a:t>These slides just offer a template.  You may change the color scheme and arrangement of items.  However, the information contained on each slide should be what is mentioned.    </a:t>
            </a:r>
          </a:p>
          <a:p>
            <a:r>
              <a:rPr lang="en-US" sz="2000" b="0" strike="noStrike" spc="-1" dirty="0">
                <a:solidFill>
                  <a:srgbClr val="000000"/>
                </a:solidFill>
                <a:uFill>
                  <a:solidFill>
                    <a:srgbClr val="FFFFFF"/>
                  </a:solidFill>
                </a:uFill>
                <a:latin typeface="Arial"/>
              </a:rPr>
              <a:t>Once the proposal is accepted/modified,  students will be asked to submit a detailed proposal/vision document as per requirements.</a:t>
            </a:r>
          </a:p>
        </p:txBody>
      </p:sp>
      <p:sp>
        <p:nvSpPr>
          <p:cNvPr id="93" name="TextShape 2"/>
          <p:cNvSpPr txBox="1"/>
          <p:nvPr/>
        </p:nvSpPr>
        <p:spPr>
          <a:xfrm>
            <a:off x="3884760" y="8685360"/>
            <a:ext cx="2971440" cy="456840"/>
          </a:xfrm>
          <a:prstGeom prst="rect">
            <a:avLst/>
          </a:prstGeom>
          <a:noFill/>
          <a:ln>
            <a:noFill/>
          </a:ln>
        </p:spPr>
        <p:txBody>
          <a:bodyPr anchor="b"/>
          <a:lstStyle/>
          <a:p>
            <a:pPr algn="r">
              <a:lnSpc>
                <a:spcPct val="100000"/>
              </a:lnSpc>
            </a:pPr>
            <a:fld id="{86882225-4FF2-4B32-B958-E4CB62F64462}" type="slidenum">
              <a:rPr lang="en-US" sz="1200" b="0" strike="noStrike" spc="-1">
                <a:solidFill>
                  <a:srgbClr val="000000"/>
                </a:solidFill>
                <a:uFill>
                  <a:solidFill>
                    <a:srgbClr val="FFFFFF"/>
                  </a:solidFill>
                </a:uFill>
                <a:latin typeface="+mn-lt"/>
                <a:ea typeface="+mn-ea"/>
              </a:rPr>
              <a:t>1</a:t>
            </a:fld>
            <a:endParaRPr lang="en-US" sz="1400" b="0" strike="noStrike" spc="-1">
              <a:solidFill>
                <a:srgbClr val="000000"/>
              </a:solidFill>
              <a:uFill>
                <a:solidFill>
                  <a:srgbClr val="FFFFFF"/>
                </a:solidFill>
              </a:uFill>
              <a:latin typeface="Times New Roman"/>
            </a:endParaRPr>
          </a:p>
        </p:txBody>
      </p:sp>
    </p:spTree>
    <p:extLst>
      <p:ext uri="{BB962C8B-B14F-4D97-AF65-F5344CB8AC3E}">
        <p14:creationId xmlns:p14="http://schemas.microsoft.com/office/powerpoint/2010/main" val="3874721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84284D-4D65-4143-95E1-80D7B46A271A}" type="slidenum">
              <a:rPr lang="en-US" smtClean="0"/>
              <a:t>2</a:t>
            </a:fld>
            <a:endParaRPr lang="en-US"/>
          </a:p>
        </p:txBody>
      </p:sp>
    </p:spTree>
    <p:extLst>
      <p:ext uri="{BB962C8B-B14F-4D97-AF65-F5344CB8AC3E}">
        <p14:creationId xmlns:p14="http://schemas.microsoft.com/office/powerpoint/2010/main" val="2946289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ED84284D-4D65-4143-95E1-80D7B46A271A}" type="slidenum">
              <a:rPr lang="en-US" smtClean="0"/>
              <a:t>4</a:t>
            </a:fld>
            <a:endParaRPr lang="en-US"/>
          </a:p>
        </p:txBody>
      </p:sp>
    </p:spTree>
    <p:extLst>
      <p:ext uri="{BB962C8B-B14F-4D97-AF65-F5344CB8AC3E}">
        <p14:creationId xmlns:p14="http://schemas.microsoft.com/office/powerpoint/2010/main" val="1273907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40EA984-C441-4AA1-B65C-1F488C90E2A5}"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499881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0EA984-C441-4AA1-B65C-1F488C90E2A5}"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2883308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0EA984-C441-4AA1-B65C-1F488C90E2A5}"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2719395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40EA984-C441-4AA1-B65C-1F488C90E2A5}" type="datetimeFigureOut">
              <a:rPr lang="en-US" smtClean="0"/>
              <a:t>9/22/2022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3662940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0EA984-C441-4AA1-B65C-1F488C90E2A5}" type="datetimeFigureOut">
              <a:rPr lang="en-US" smtClean="0"/>
              <a:t>9/22/2022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1329042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40EA984-C441-4AA1-B65C-1F488C90E2A5}" type="datetimeFigureOut">
              <a:rPr lang="en-US" smtClean="0"/>
              <a:t>9/22/2022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1464905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0EA984-C441-4AA1-B65C-1F488C90E2A5}" type="datetimeFigureOut">
              <a:rPr lang="en-US" smtClean="0"/>
              <a:t>9/22/2022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1356995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40EA984-C441-4AA1-B65C-1F488C90E2A5}" type="datetimeFigureOut">
              <a:rPr lang="en-US" smtClean="0"/>
              <a:t>9/22/2022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3492208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40EA984-C441-4AA1-B65C-1F488C90E2A5}" type="datetimeFigureOut">
              <a:rPr lang="en-US" smtClean="0"/>
              <a:t>9/22/2022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2881705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0EA984-C441-4AA1-B65C-1F488C90E2A5}"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444405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0EA984-C441-4AA1-B65C-1F488C90E2A5}"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46327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0EA984-C441-4AA1-B65C-1F488C90E2A5}"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2320203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0EA984-C441-4AA1-B65C-1F488C90E2A5}"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34384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40EA984-C441-4AA1-B65C-1F488C90E2A5}"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26755924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0EA984-C441-4AA1-B65C-1F488C90E2A5}"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3307645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40EA984-C441-4AA1-B65C-1F488C90E2A5}" type="datetimeFigureOut">
              <a:rPr lang="en-US" smtClean="0"/>
              <a:t>9/22/2022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40767141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600" y="274680"/>
            <a:ext cx="10972320" cy="114264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6" name="PlaceHolder 2"/>
          <p:cNvSpPr>
            <a:spLocks noGrp="1"/>
          </p:cNvSpPr>
          <p:nvPr>
            <p:ph type="subTitle"/>
          </p:nvPr>
        </p:nvSpPr>
        <p:spPr>
          <a:xfrm>
            <a:off x="609600" y="1600200"/>
            <a:ext cx="10972320" cy="452556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456296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40EA984-C441-4AA1-B65C-1F488C90E2A5}" type="datetimeFigureOut">
              <a:rPr lang="en-US" smtClean="0"/>
              <a:t>9/22/2022</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8178E13-F366-417E-8D8D-17AB22CBD6E6}" type="slidenum">
              <a:rPr lang="en-US" smtClean="0"/>
              <a:t>‹#›</a:t>
            </a:fld>
            <a:endParaRPr lang="en-US"/>
          </a:p>
        </p:txBody>
      </p:sp>
    </p:spTree>
    <p:extLst>
      <p:ext uri="{BB962C8B-B14F-4D97-AF65-F5344CB8AC3E}">
        <p14:creationId xmlns:p14="http://schemas.microsoft.com/office/powerpoint/2010/main" val="134809723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Shape 1"/>
          <p:cNvSpPr txBox="1"/>
          <p:nvPr/>
        </p:nvSpPr>
        <p:spPr>
          <a:xfrm>
            <a:off x="2482516" y="383220"/>
            <a:ext cx="7772040" cy="1469520"/>
          </a:xfrm>
          <a:prstGeom prst="rect">
            <a:avLst/>
          </a:prstGeom>
          <a:noFill/>
          <a:ln>
            <a:noFill/>
          </a:ln>
        </p:spPr>
        <p:txBody>
          <a:bodyPr anchor="ctr"/>
          <a:lstStyle/>
          <a:p>
            <a:pPr algn="ctr">
              <a:lnSpc>
                <a:spcPct val="100000"/>
              </a:lnSpc>
            </a:pPr>
            <a:r>
              <a:rPr lang="en-US" sz="4400" spc="-1" dirty="0">
                <a:solidFill>
                  <a:srgbClr val="000000"/>
                </a:solidFill>
                <a:uFill>
                  <a:solidFill>
                    <a:srgbClr val="FFFFFF"/>
                  </a:solidFill>
                </a:uFill>
                <a:latin typeface="Calibri"/>
              </a:rPr>
              <a:t>Remote G Proctor</a:t>
            </a:r>
            <a:endParaRPr lang="en-US" spc="-1" dirty="0">
              <a:solidFill>
                <a:srgbClr val="000000"/>
              </a:solidFill>
              <a:uFill>
                <a:solidFill>
                  <a:srgbClr val="FFFFFF"/>
                </a:solidFill>
              </a:uFill>
              <a:latin typeface="Calibri"/>
            </a:endParaRPr>
          </a:p>
        </p:txBody>
      </p:sp>
      <p:sp>
        <p:nvSpPr>
          <p:cNvPr id="84" name="TextShape 2"/>
          <p:cNvSpPr txBox="1"/>
          <p:nvPr/>
        </p:nvSpPr>
        <p:spPr>
          <a:xfrm>
            <a:off x="2209800" y="1817054"/>
            <a:ext cx="6400440" cy="4051712"/>
          </a:xfrm>
          <a:prstGeom prst="rect">
            <a:avLst/>
          </a:prstGeom>
          <a:noFill/>
          <a:ln>
            <a:noFill/>
          </a:ln>
        </p:spPr>
        <p:txBody>
          <a:bodyPr/>
          <a:lstStyle/>
          <a:p>
            <a:pPr algn="ctr">
              <a:lnSpc>
                <a:spcPct val="100000"/>
              </a:lnSpc>
            </a:pPr>
            <a:r>
              <a:rPr lang="en-US" sz="2400" spc="-1" dirty="0">
                <a:solidFill>
                  <a:srgbClr val="8B8B8B"/>
                </a:solidFill>
                <a:uFill>
                  <a:solidFill>
                    <a:srgbClr val="FFFFFF"/>
                  </a:solidFill>
                </a:uFill>
                <a:latin typeface="Calibri"/>
              </a:rPr>
              <a:t>Team Members:</a:t>
            </a:r>
            <a:endParaRPr lang="en-US" sz="2400" spc="-1" dirty="0">
              <a:solidFill>
                <a:srgbClr val="000000"/>
              </a:solidFill>
              <a:uFill>
                <a:solidFill>
                  <a:srgbClr val="FFFFFF"/>
                </a:solidFill>
              </a:uFill>
              <a:latin typeface="Arial"/>
            </a:endParaRPr>
          </a:p>
          <a:p>
            <a:pPr algn="ctr">
              <a:lnSpc>
                <a:spcPct val="100000"/>
              </a:lnSpc>
            </a:pPr>
            <a:r>
              <a:rPr lang="en-US" sz="2400" spc="-1" dirty="0">
                <a:solidFill>
                  <a:srgbClr val="8B8B8B"/>
                </a:solidFill>
                <a:uFill>
                  <a:solidFill>
                    <a:srgbClr val="FFFFFF"/>
                  </a:solidFill>
                </a:uFill>
                <a:latin typeface="Calibri"/>
              </a:rPr>
              <a:t>2019293 Mr. Muhammad Ameer Hamza Shah</a:t>
            </a:r>
            <a:endParaRPr lang="en-US" sz="2400" spc="-1" dirty="0">
              <a:solidFill>
                <a:srgbClr val="000000"/>
              </a:solidFill>
              <a:uFill>
                <a:solidFill>
                  <a:srgbClr val="FFFFFF"/>
                </a:solidFill>
              </a:uFill>
              <a:latin typeface="Arial"/>
            </a:endParaRPr>
          </a:p>
          <a:p>
            <a:pPr algn="ctr"/>
            <a:r>
              <a:rPr lang="en-US" sz="2400" spc="-1" dirty="0">
                <a:solidFill>
                  <a:srgbClr val="8B8B8B"/>
                </a:solidFill>
                <a:uFill>
                  <a:solidFill>
                    <a:srgbClr val="FFFFFF"/>
                  </a:solidFill>
                </a:uFill>
                <a:latin typeface="Calibri"/>
              </a:rPr>
              <a:t>2019144 Mr. Hamid Ali</a:t>
            </a:r>
            <a:endParaRPr lang="en-US" sz="2400" spc="-1" dirty="0">
              <a:solidFill>
                <a:srgbClr val="000000"/>
              </a:solidFill>
              <a:uFill>
                <a:solidFill>
                  <a:srgbClr val="FFFFFF"/>
                </a:solidFill>
              </a:uFill>
              <a:latin typeface="Arial"/>
            </a:endParaRPr>
          </a:p>
          <a:p>
            <a:pPr algn="ctr"/>
            <a:r>
              <a:rPr lang="en-US" sz="2400" spc="-1" dirty="0">
                <a:solidFill>
                  <a:srgbClr val="8B8B8B"/>
                </a:solidFill>
                <a:uFill>
                  <a:solidFill>
                    <a:srgbClr val="FFFFFF"/>
                  </a:solidFill>
                </a:uFill>
                <a:latin typeface="Calibri"/>
              </a:rPr>
              <a:t>2019235 Mr. </a:t>
            </a:r>
            <a:r>
              <a:rPr lang="en-US" sz="2400" spc="-1" dirty="0" err="1">
                <a:solidFill>
                  <a:srgbClr val="8B8B8B"/>
                </a:solidFill>
                <a:uFill>
                  <a:solidFill>
                    <a:srgbClr val="FFFFFF"/>
                  </a:solidFill>
                </a:uFill>
                <a:latin typeface="Calibri"/>
              </a:rPr>
              <a:t>Mian</a:t>
            </a:r>
            <a:r>
              <a:rPr lang="en-US" sz="2400" spc="-1" dirty="0">
                <a:solidFill>
                  <a:srgbClr val="8B8B8B"/>
                </a:solidFill>
                <a:uFill>
                  <a:solidFill>
                    <a:srgbClr val="FFFFFF"/>
                  </a:solidFill>
                </a:uFill>
                <a:latin typeface="Calibri"/>
              </a:rPr>
              <a:t> Ali shah</a:t>
            </a:r>
            <a:endParaRPr lang="en-US" sz="2400" spc="-1" dirty="0">
              <a:solidFill>
                <a:srgbClr val="000000"/>
              </a:solidFill>
              <a:uFill>
                <a:solidFill>
                  <a:srgbClr val="FFFFFF"/>
                </a:solidFill>
              </a:uFill>
              <a:latin typeface="Arial"/>
            </a:endParaRPr>
          </a:p>
          <a:p>
            <a:pPr algn="ctr"/>
            <a:endParaRPr lang="en-US" sz="2400" spc="-1" dirty="0">
              <a:solidFill>
                <a:srgbClr val="000000"/>
              </a:solidFill>
              <a:uFill>
                <a:solidFill>
                  <a:srgbClr val="FFFFFF"/>
                </a:solidFill>
              </a:uFill>
              <a:latin typeface="Arial"/>
            </a:endParaRPr>
          </a:p>
          <a:p>
            <a:pPr algn="ctr">
              <a:lnSpc>
                <a:spcPct val="100000"/>
              </a:lnSpc>
            </a:pPr>
            <a:br>
              <a:rPr lang="en-US" sz="2400" spc="-1" dirty="0">
                <a:solidFill>
                  <a:srgbClr val="8B8B8B"/>
                </a:solidFill>
                <a:uFill>
                  <a:solidFill>
                    <a:srgbClr val="FFFFFF"/>
                  </a:solidFill>
                </a:uFill>
                <a:latin typeface="Calibri"/>
              </a:rPr>
            </a:br>
            <a:r>
              <a:rPr lang="en-US" sz="2400" spc="-1" dirty="0">
                <a:solidFill>
                  <a:srgbClr val="8B8B8B"/>
                </a:solidFill>
                <a:uFill>
                  <a:solidFill>
                    <a:srgbClr val="FFFFFF"/>
                  </a:solidFill>
                </a:uFill>
                <a:latin typeface="Calibri"/>
              </a:rPr>
              <a:t>Supervisor</a:t>
            </a:r>
            <a:endParaRPr lang="en-US" sz="2400" spc="-1" dirty="0">
              <a:solidFill>
                <a:srgbClr val="000000"/>
              </a:solidFill>
              <a:uFill>
                <a:solidFill>
                  <a:srgbClr val="FFFFFF"/>
                </a:solidFill>
              </a:uFill>
              <a:latin typeface="Arial"/>
            </a:endParaRPr>
          </a:p>
          <a:p>
            <a:pPr algn="ctr">
              <a:lnSpc>
                <a:spcPct val="100000"/>
              </a:lnSpc>
            </a:pPr>
            <a:r>
              <a:rPr lang="en-US" sz="2400" spc="-1" dirty="0">
                <a:solidFill>
                  <a:srgbClr val="8B8B8B"/>
                </a:solidFill>
                <a:uFill>
                  <a:solidFill>
                    <a:srgbClr val="FFFFFF"/>
                  </a:solidFill>
                </a:uFill>
                <a:latin typeface="Calibri"/>
              </a:rPr>
              <a:t>Mr. Ali </a:t>
            </a:r>
            <a:r>
              <a:rPr lang="en-US" sz="2400" spc="-1" dirty="0" err="1">
                <a:solidFill>
                  <a:srgbClr val="8B8B8B"/>
                </a:solidFill>
                <a:uFill>
                  <a:solidFill>
                    <a:srgbClr val="FFFFFF"/>
                  </a:solidFill>
                </a:uFill>
                <a:latin typeface="Calibri"/>
              </a:rPr>
              <a:t>Shoukat</a:t>
            </a:r>
            <a:br>
              <a:rPr lang="en-US" sz="2400" spc="-1" dirty="0">
                <a:solidFill>
                  <a:srgbClr val="8B8B8B"/>
                </a:solidFill>
                <a:uFill>
                  <a:solidFill>
                    <a:srgbClr val="FFFFFF"/>
                  </a:solidFill>
                </a:uFill>
                <a:latin typeface="Calibri"/>
              </a:rPr>
            </a:br>
            <a:br>
              <a:rPr lang="en-US" sz="2400" spc="-1" dirty="0">
                <a:solidFill>
                  <a:srgbClr val="8B8B8B"/>
                </a:solidFill>
                <a:uFill>
                  <a:solidFill>
                    <a:srgbClr val="FFFFFF"/>
                  </a:solidFill>
                </a:uFill>
                <a:latin typeface="Calibri"/>
              </a:rPr>
            </a:br>
            <a:r>
              <a:rPr lang="en-US" sz="2400" spc="-1" dirty="0">
                <a:solidFill>
                  <a:srgbClr val="8B8B8B"/>
                </a:solidFill>
                <a:uFill>
                  <a:solidFill>
                    <a:srgbClr val="FFFFFF"/>
                  </a:solidFill>
                </a:uFill>
                <a:latin typeface="Calibri"/>
              </a:rPr>
              <a:t>Co-supervisor</a:t>
            </a:r>
            <a:endParaRPr lang="en-US" sz="2400" spc="-1" dirty="0">
              <a:solidFill>
                <a:srgbClr val="000000"/>
              </a:solidFill>
              <a:uFill>
                <a:solidFill>
                  <a:srgbClr val="FFFFFF"/>
                </a:solidFill>
              </a:uFill>
              <a:latin typeface="Arial"/>
            </a:endParaRPr>
          </a:p>
          <a:p>
            <a:pPr algn="ctr">
              <a:lnSpc>
                <a:spcPct val="100000"/>
              </a:lnSpc>
            </a:pPr>
            <a:r>
              <a:rPr lang="en-US" sz="2400" spc="-1" dirty="0">
                <a:solidFill>
                  <a:srgbClr val="8B8B8B"/>
                </a:solidFill>
                <a:uFill>
                  <a:solidFill>
                    <a:srgbClr val="FFFFFF"/>
                  </a:solidFill>
                </a:uFill>
                <a:latin typeface="Calibri"/>
              </a:rPr>
              <a:t>Mr. Muhammad </a:t>
            </a:r>
            <a:r>
              <a:rPr lang="en-US" sz="2400" spc="-1" dirty="0" err="1">
                <a:solidFill>
                  <a:srgbClr val="8B8B8B"/>
                </a:solidFill>
                <a:uFill>
                  <a:solidFill>
                    <a:srgbClr val="FFFFFF"/>
                  </a:solidFill>
                </a:uFill>
                <a:latin typeface="Calibri"/>
              </a:rPr>
              <a:t>Mohsin</a:t>
            </a:r>
            <a:endParaRPr lang="en-US" sz="2400" spc="-1" dirty="0">
              <a:solidFill>
                <a:srgbClr val="000000"/>
              </a:solidFill>
              <a:uFill>
                <a:solidFill>
                  <a:srgbClr val="FFFFFF"/>
                </a:solidFill>
              </a:uFill>
              <a:latin typeface="Arial"/>
            </a:endParaRPr>
          </a:p>
          <a:p>
            <a:pPr algn="ctr">
              <a:lnSpc>
                <a:spcPct val="100000"/>
              </a:lnSpc>
            </a:pPr>
            <a:endParaRPr lang="en-US" sz="2400" spc="-1" dirty="0">
              <a:solidFill>
                <a:srgbClr val="000000"/>
              </a:solidFill>
              <a:uFill>
                <a:solidFill>
                  <a:srgbClr val="FFFFFF"/>
                </a:solidFill>
              </a:uFill>
              <a:latin typeface="Arial"/>
            </a:endParaRPr>
          </a:p>
        </p:txBody>
      </p:sp>
      <p:sp>
        <p:nvSpPr>
          <p:cNvPr id="85" name="CustomShape 3"/>
          <p:cNvSpPr/>
          <p:nvPr/>
        </p:nvSpPr>
        <p:spPr>
          <a:xfrm>
            <a:off x="10126219" y="383220"/>
            <a:ext cx="16045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pc="-1" dirty="0">
                <a:solidFill>
                  <a:srgbClr val="000000"/>
                </a:solidFill>
                <a:uFill>
                  <a:solidFill>
                    <a:srgbClr val="FFFFFF"/>
                  </a:solidFill>
                </a:uFill>
                <a:latin typeface="Calibri"/>
              </a:rPr>
              <a:t>University Logo</a:t>
            </a:r>
            <a:endParaRPr lang="en-US" spc="-1" dirty="0">
              <a:solidFill>
                <a:srgbClr val="000000"/>
              </a:solidFill>
              <a:uFill>
                <a:solidFill>
                  <a:srgbClr val="FFFFFF"/>
                </a:solidFill>
              </a:uFill>
              <a:latin typeface="Arial"/>
            </a:endParaRPr>
          </a:p>
        </p:txBody>
      </p:sp>
      <p:sp>
        <p:nvSpPr>
          <p:cNvPr id="86" name="CustomShape 4"/>
          <p:cNvSpPr/>
          <p:nvPr/>
        </p:nvSpPr>
        <p:spPr>
          <a:xfrm>
            <a:off x="301314" y="383220"/>
            <a:ext cx="22413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pc="-1" dirty="0">
                <a:solidFill>
                  <a:srgbClr val="000000"/>
                </a:solidFill>
                <a:uFill>
                  <a:solidFill>
                    <a:srgbClr val="FFFFFF"/>
                  </a:solidFill>
                </a:uFill>
                <a:latin typeface="Calibri"/>
              </a:rPr>
              <a:t>Sponsor logo (if any)</a:t>
            </a:r>
            <a:endParaRPr lang="en-US" spc="-1" dirty="0">
              <a:solidFill>
                <a:srgbClr val="000000"/>
              </a:solidFill>
              <a:uFill>
                <a:solidFill>
                  <a:srgbClr val="FFFFFF"/>
                </a:solidFill>
              </a:uFill>
              <a:latin typeface="Arial"/>
            </a:endParaRPr>
          </a:p>
        </p:txBody>
      </p:sp>
      <p:sp>
        <p:nvSpPr>
          <p:cNvPr id="87" name="CustomShape 5"/>
          <p:cNvSpPr/>
          <p:nvPr/>
        </p:nvSpPr>
        <p:spPr>
          <a:xfrm>
            <a:off x="2209800" y="6051960"/>
            <a:ext cx="777204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pc="-1" dirty="0">
                <a:solidFill>
                  <a:srgbClr val="000000"/>
                </a:solidFill>
                <a:uFill>
                  <a:solidFill>
                    <a:srgbClr val="FFFFFF"/>
                  </a:solidFill>
                </a:uFill>
                <a:latin typeface="Calibri"/>
              </a:rPr>
              <a:t>Faculty of Computer Sciences and Engineering</a:t>
            </a:r>
            <a:br>
              <a:rPr lang="en-US" spc="-1" dirty="0">
                <a:solidFill>
                  <a:srgbClr val="000000"/>
                </a:solidFill>
                <a:uFill>
                  <a:solidFill>
                    <a:srgbClr val="FFFFFF"/>
                  </a:solidFill>
                </a:uFill>
                <a:latin typeface="Calibri"/>
              </a:rPr>
            </a:br>
            <a:r>
              <a:rPr lang="en-US" spc="-1" dirty="0">
                <a:solidFill>
                  <a:srgbClr val="000000"/>
                </a:solidFill>
                <a:uFill>
                  <a:solidFill>
                    <a:srgbClr val="FFFFFF"/>
                  </a:solidFill>
                </a:uFill>
                <a:latin typeface="Calibri"/>
              </a:rPr>
              <a:t>Ghulam </a:t>
            </a:r>
            <a:r>
              <a:rPr lang="en-US" spc="-1" dirty="0" err="1">
                <a:solidFill>
                  <a:srgbClr val="000000"/>
                </a:solidFill>
                <a:uFill>
                  <a:solidFill>
                    <a:srgbClr val="FFFFFF"/>
                  </a:solidFill>
                </a:uFill>
                <a:latin typeface="Calibri"/>
              </a:rPr>
              <a:t>Ishaq</a:t>
            </a:r>
            <a:r>
              <a:rPr lang="en-US" spc="-1" dirty="0">
                <a:solidFill>
                  <a:srgbClr val="000000"/>
                </a:solidFill>
                <a:uFill>
                  <a:solidFill>
                    <a:srgbClr val="FFFFFF"/>
                  </a:solidFill>
                </a:uFill>
                <a:latin typeface="Calibri"/>
              </a:rPr>
              <a:t> Khan Institute of Engineering Sciences and Technology, Pakistan</a:t>
            </a:r>
            <a:endParaRPr lang="en-US" spc="-1" dirty="0">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D5E2B7D4-FEFC-4EC9-9C47-1E1244C24FC6}"/>
              </a:ext>
            </a:extLst>
          </p:cNvPr>
          <p:cNvGraphicFramePr>
            <a:graphicFrameLocks noGrp="1"/>
          </p:cNvGraphicFramePr>
          <p:nvPr>
            <p:extLst>
              <p:ext uri="{D42A27DB-BD31-4B8C-83A1-F6EECF244321}">
                <p14:modId xmlns:p14="http://schemas.microsoft.com/office/powerpoint/2010/main" val="607810979"/>
              </p:ext>
            </p:extLst>
          </p:nvPr>
        </p:nvGraphicFramePr>
        <p:xfrm>
          <a:off x="1867995" y="1570305"/>
          <a:ext cx="8456009" cy="3762416"/>
        </p:xfrm>
        <a:graphic>
          <a:graphicData uri="http://schemas.openxmlformats.org/drawingml/2006/table">
            <a:tbl>
              <a:tblPr>
                <a:tableStyleId>{2D5ABB26-0587-4C30-8999-92F81FD0307C}</a:tableStyleId>
              </a:tblPr>
              <a:tblGrid>
                <a:gridCol w="4553234">
                  <a:extLst>
                    <a:ext uri="{9D8B030D-6E8A-4147-A177-3AD203B41FA5}">
                      <a16:colId xmlns:a16="http://schemas.microsoft.com/office/drawing/2014/main" val="838478164"/>
                    </a:ext>
                  </a:extLst>
                </a:gridCol>
                <a:gridCol w="780555">
                  <a:extLst>
                    <a:ext uri="{9D8B030D-6E8A-4147-A177-3AD203B41FA5}">
                      <a16:colId xmlns:a16="http://schemas.microsoft.com/office/drawing/2014/main" val="2847325720"/>
                    </a:ext>
                  </a:extLst>
                </a:gridCol>
                <a:gridCol w="780555">
                  <a:extLst>
                    <a:ext uri="{9D8B030D-6E8A-4147-A177-3AD203B41FA5}">
                      <a16:colId xmlns:a16="http://schemas.microsoft.com/office/drawing/2014/main" val="1080956892"/>
                    </a:ext>
                  </a:extLst>
                </a:gridCol>
                <a:gridCol w="780555">
                  <a:extLst>
                    <a:ext uri="{9D8B030D-6E8A-4147-A177-3AD203B41FA5}">
                      <a16:colId xmlns:a16="http://schemas.microsoft.com/office/drawing/2014/main" val="3208025765"/>
                    </a:ext>
                  </a:extLst>
                </a:gridCol>
                <a:gridCol w="780555">
                  <a:extLst>
                    <a:ext uri="{9D8B030D-6E8A-4147-A177-3AD203B41FA5}">
                      <a16:colId xmlns:a16="http://schemas.microsoft.com/office/drawing/2014/main" val="1963502307"/>
                    </a:ext>
                  </a:extLst>
                </a:gridCol>
                <a:gridCol w="780555">
                  <a:extLst>
                    <a:ext uri="{9D8B030D-6E8A-4147-A177-3AD203B41FA5}">
                      <a16:colId xmlns:a16="http://schemas.microsoft.com/office/drawing/2014/main" val="2704512138"/>
                    </a:ext>
                  </a:extLst>
                </a:gridCol>
              </a:tblGrid>
              <a:tr h="445236">
                <a:tc>
                  <a:txBody>
                    <a:bodyPr/>
                    <a:lstStyle/>
                    <a:p>
                      <a:pPr algn="l" fontAlgn="b"/>
                      <a:r>
                        <a:rPr lang="en-US" sz="1600" b="1" u="none" strike="noStrike" dirty="0">
                          <a:effectLst/>
                        </a:rPr>
                        <a:t>Rubrics</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dirty="0">
                          <a:effectLst/>
                        </a:rPr>
                        <a:t>PLO1</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dirty="0">
                          <a:effectLst/>
                        </a:rPr>
                        <a:t>PLO2</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dirty="0">
                          <a:effectLst/>
                        </a:rPr>
                        <a:t>PLO8</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dirty="0">
                          <a:effectLst/>
                        </a:rPr>
                        <a:t>PLO12</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dirty="0">
                          <a:effectLst/>
                        </a:rPr>
                        <a:t>Marks</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7648268"/>
                  </a:ext>
                </a:extLst>
              </a:tr>
              <a:tr h="445236">
                <a:tc>
                  <a:txBody>
                    <a:bodyPr/>
                    <a:lstStyle/>
                    <a:p>
                      <a:pPr algn="l" fontAlgn="b"/>
                      <a:r>
                        <a:rPr lang="en-US" sz="1600" u="none" strike="noStrike" dirty="0">
                          <a:effectLst/>
                        </a:rPr>
                        <a:t>Problem statement clearly defined</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3873708"/>
                  </a:ext>
                </a:extLst>
              </a:tr>
              <a:tr h="445236">
                <a:tc>
                  <a:txBody>
                    <a:bodyPr/>
                    <a:lstStyle/>
                    <a:p>
                      <a:pPr algn="l" fontAlgn="b"/>
                      <a:r>
                        <a:rPr lang="en-US" sz="1600" u="none" strike="noStrike" dirty="0">
                          <a:effectLst/>
                        </a:rPr>
                        <a:t>Motivation/Justification/Ethical Impact</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5061658"/>
                  </a:ext>
                </a:extLst>
              </a:tr>
              <a:tr h="445236">
                <a:tc>
                  <a:txBody>
                    <a:bodyPr/>
                    <a:lstStyle/>
                    <a:p>
                      <a:pPr algn="l" fontAlgn="b"/>
                      <a:r>
                        <a:rPr lang="en-US" sz="1600" u="none" strike="noStrike" dirty="0">
                          <a:effectLst/>
                        </a:rPr>
                        <a:t>Literature Review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9624271"/>
                  </a:ext>
                </a:extLst>
              </a:tr>
              <a:tr h="552536">
                <a:tc>
                  <a:txBody>
                    <a:bodyPr/>
                    <a:lstStyle/>
                    <a:p>
                      <a:pPr algn="l" fontAlgn="b"/>
                      <a:r>
                        <a:rPr lang="en-US" sz="1600" u="none" strike="noStrike" dirty="0">
                          <a:effectLst/>
                        </a:rPr>
                        <a:t>In-depth engineering/computing knowledge required</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8636211"/>
                  </a:ext>
                </a:extLst>
              </a:tr>
              <a:tr h="1428936">
                <a:tc>
                  <a:txBody>
                    <a:bodyPr/>
                    <a:lstStyle/>
                    <a:p>
                      <a:pPr algn="l" fontAlgn="b"/>
                      <a:r>
                        <a:rPr lang="en-US" sz="1600" u="none" strike="noStrike" dirty="0">
                          <a:effectLst/>
                        </a:rPr>
                        <a:t>Involve at least one of the following attributes: wide-ranging/conﬂicting technical issues, no obvious solution, infrequently encountered issues, diverse groups of stakeholders, or component parts/sub-problems.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8972367"/>
                  </a:ext>
                </a:extLst>
              </a:tr>
            </a:tbl>
          </a:graphicData>
        </a:graphic>
      </p:graphicFrame>
      <p:sp>
        <p:nvSpPr>
          <p:cNvPr id="2" name="Title 1">
            <a:extLst>
              <a:ext uri="{FF2B5EF4-FFF2-40B4-BE49-F238E27FC236}">
                <a16:creationId xmlns:a16="http://schemas.microsoft.com/office/drawing/2014/main" id="{8AF56869-F243-4FF9-84B3-DCAAE44008DD}"/>
              </a:ext>
            </a:extLst>
          </p:cNvPr>
          <p:cNvSpPr>
            <a:spLocks noGrp="1"/>
          </p:cNvSpPr>
          <p:nvPr>
            <p:ph type="title"/>
          </p:nvPr>
        </p:nvSpPr>
        <p:spPr/>
        <p:txBody>
          <a:bodyPr/>
          <a:lstStyle/>
          <a:p>
            <a:pPr algn="ctr"/>
            <a:r>
              <a:rPr lang="en-US" dirty="0"/>
              <a:t>Evaluation Criteria of title defense</a:t>
            </a:r>
          </a:p>
        </p:txBody>
      </p:sp>
    </p:spTree>
    <p:extLst>
      <p:ext uri="{BB962C8B-B14F-4D97-AF65-F5344CB8AC3E}">
        <p14:creationId xmlns:p14="http://schemas.microsoft.com/office/powerpoint/2010/main" val="3445406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9B303-B73E-48B4-BF04-282F3B273401}"/>
              </a:ext>
            </a:extLst>
          </p:cNvPr>
          <p:cNvSpPr>
            <a:spLocks noGrp="1"/>
          </p:cNvSpPr>
          <p:nvPr>
            <p:ph type="ctrTitle"/>
          </p:nvPr>
        </p:nvSpPr>
        <p:spPr>
          <a:xfrm>
            <a:off x="768513" y="2088011"/>
            <a:ext cx="7766936" cy="1646302"/>
          </a:xfrm>
        </p:spPr>
        <p:txBody>
          <a:bodyPr>
            <a:normAutofit/>
          </a:bodyPr>
          <a:lstStyle/>
          <a:p>
            <a:r>
              <a:rPr lang="en-US" sz="6000" u="none" strike="noStrike" dirty="0">
                <a:effectLst/>
              </a:rPr>
              <a:t>Problem statement</a:t>
            </a:r>
            <a:endParaRPr lang="en-US" dirty="0"/>
          </a:p>
        </p:txBody>
      </p:sp>
      <p:sp>
        <p:nvSpPr>
          <p:cNvPr id="3" name="Subtitle 2">
            <a:extLst>
              <a:ext uri="{FF2B5EF4-FFF2-40B4-BE49-F238E27FC236}">
                <a16:creationId xmlns:a16="http://schemas.microsoft.com/office/drawing/2014/main" id="{EB73C061-46C1-4FC4-9F1C-E9355361D9D4}"/>
              </a:ext>
            </a:extLst>
          </p:cNvPr>
          <p:cNvSpPr>
            <a:spLocks noGrp="1"/>
          </p:cNvSpPr>
          <p:nvPr>
            <p:ph type="subTitle" idx="1"/>
          </p:nvPr>
        </p:nvSpPr>
        <p:spPr/>
        <p:txBody>
          <a:bodyPr/>
          <a:lstStyle/>
          <a:p>
            <a:br>
              <a:rPr lang="en-US" dirty="0"/>
            </a:br>
            <a:endParaRPr lang="en-US" dirty="0"/>
          </a:p>
        </p:txBody>
      </p:sp>
    </p:spTree>
    <p:extLst>
      <p:ext uri="{BB962C8B-B14F-4D97-AF65-F5344CB8AC3E}">
        <p14:creationId xmlns:p14="http://schemas.microsoft.com/office/powerpoint/2010/main" val="977906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8C8376-EAC6-43A7-9004-3ED6D027F7D6}"/>
              </a:ext>
            </a:extLst>
          </p:cNvPr>
          <p:cNvSpPr>
            <a:spLocks noGrp="1"/>
          </p:cNvSpPr>
          <p:nvPr>
            <p:ph idx="1"/>
          </p:nvPr>
        </p:nvSpPr>
        <p:spPr>
          <a:xfrm>
            <a:off x="838200" y="45719"/>
            <a:ext cx="10187354" cy="10610558"/>
          </a:xfrm>
        </p:spPr>
        <p:txBody>
          <a:bodyPr>
            <a:noAutofit/>
          </a:bodyPr>
          <a:lstStyle/>
          <a:p>
            <a:pPr marL="0" indent="0">
              <a:buNone/>
            </a:pPr>
            <a:r>
              <a:rPr lang="en-US" sz="1400" dirty="0">
                <a:sym typeface="Wingdings" panose="05000000000000000000" pitchFamily="2" charset="2"/>
              </a:rPr>
              <a:t></a:t>
            </a:r>
            <a:r>
              <a:rPr lang="en-US" sz="1400" dirty="0"/>
              <a:t> Problem statement:  </a:t>
            </a:r>
          </a:p>
          <a:p>
            <a:r>
              <a:rPr lang="en-US" sz="1400" dirty="0"/>
              <a:t>Distant proctoring is the need for the hour in the digital era.</a:t>
            </a:r>
          </a:p>
          <a:p>
            <a:r>
              <a:rPr lang="en-US" sz="1400" dirty="0"/>
              <a:t> Education institutes need to explore technology to continue their critical academic process of exams.</a:t>
            </a:r>
          </a:p>
          <a:p>
            <a:r>
              <a:rPr lang="en-US" sz="1400" dirty="0"/>
              <a:t>The Remote G Proctor that we are developing has the ability to intelligently and efficiently proctor online examinations.</a:t>
            </a:r>
          </a:p>
          <a:p>
            <a:endParaRPr lang="en-US" sz="1400" dirty="0"/>
          </a:p>
          <a:p>
            <a:pPr marL="0" indent="0">
              <a:buNone/>
            </a:pPr>
            <a:r>
              <a:rPr lang="en-US" sz="1400" dirty="0">
                <a:sym typeface="Wingdings" panose="05000000000000000000" pitchFamily="2" charset="2"/>
              </a:rPr>
              <a:t></a:t>
            </a:r>
            <a:r>
              <a:rPr lang="en-US" sz="1400" dirty="0"/>
              <a:t>Type of project (Software, Hardware, Research or Combination)</a:t>
            </a:r>
          </a:p>
          <a:p>
            <a:endParaRPr lang="en-US" sz="1400" dirty="0"/>
          </a:p>
          <a:p>
            <a:r>
              <a:rPr lang="en-US" sz="1400" dirty="0"/>
              <a:t>This is a software-based project</a:t>
            </a:r>
          </a:p>
          <a:p>
            <a:pPr marL="0" indent="0">
              <a:buNone/>
            </a:pPr>
            <a:endParaRPr lang="en-US" sz="1400" dirty="0"/>
          </a:p>
          <a:p>
            <a:pPr marL="0" indent="0">
              <a:buNone/>
            </a:pPr>
            <a:r>
              <a:rPr lang="en-US" sz="1400" dirty="0">
                <a:sym typeface="Wingdings" panose="05000000000000000000" pitchFamily="2" charset="2"/>
              </a:rPr>
              <a:t></a:t>
            </a:r>
            <a:r>
              <a:rPr lang="en-US" sz="1400" dirty="0"/>
              <a:t>List of proposed features</a:t>
            </a:r>
          </a:p>
          <a:p>
            <a:r>
              <a:rPr lang="en-US" sz="1400" dirty="0"/>
              <a:t> 1)Face spoofing </a:t>
            </a:r>
          </a:p>
          <a:p>
            <a:r>
              <a:rPr lang="en-US" sz="1400" dirty="0"/>
              <a:t>2) Eye tracking </a:t>
            </a:r>
          </a:p>
          <a:p>
            <a:r>
              <a:rPr lang="en-US" sz="1400" dirty="0"/>
              <a:t>3) Mouth opening detection</a:t>
            </a:r>
          </a:p>
          <a:p>
            <a:r>
              <a:rPr lang="en-US" sz="1400" dirty="0"/>
              <a:t>4) person counting and  Mobile phone detection</a:t>
            </a:r>
          </a:p>
          <a:p>
            <a:r>
              <a:rPr lang="en-US" sz="1400" dirty="0"/>
              <a:t>5)Bluetooth devices detection ( projector, </a:t>
            </a:r>
            <a:r>
              <a:rPr lang="en-US" sz="1400" dirty="0" err="1"/>
              <a:t>etc</a:t>
            </a:r>
            <a:r>
              <a:rPr lang="en-US" sz="1400" dirty="0"/>
              <a:t>)</a:t>
            </a:r>
          </a:p>
          <a:p>
            <a:r>
              <a:rPr lang="en-US" sz="1400" dirty="0"/>
              <a:t>6) Audio detector</a:t>
            </a:r>
          </a:p>
          <a:p>
            <a:r>
              <a:rPr lang="en-US" sz="1400" dirty="0"/>
              <a:t>7) Keyboard typing detection</a:t>
            </a:r>
          </a:p>
          <a:p>
            <a:r>
              <a:rPr lang="en-US" sz="1400" dirty="0"/>
              <a:t>8) MAC address validation</a:t>
            </a:r>
          </a:p>
          <a:p>
            <a:r>
              <a:rPr lang="en-US" sz="1400" dirty="0"/>
              <a:t>9) Large question bank</a:t>
            </a:r>
          </a:p>
          <a:p>
            <a:r>
              <a:rPr lang="en-US" sz="1400" dirty="0"/>
              <a:t>10) Ability to import/export questions</a:t>
            </a:r>
          </a:p>
        </p:txBody>
      </p:sp>
    </p:spTree>
    <p:extLst>
      <p:ext uri="{BB962C8B-B14F-4D97-AF65-F5344CB8AC3E}">
        <p14:creationId xmlns:p14="http://schemas.microsoft.com/office/powerpoint/2010/main" val="3053675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9B303-B73E-48B4-BF04-282F3B273401}"/>
              </a:ext>
            </a:extLst>
          </p:cNvPr>
          <p:cNvSpPr>
            <a:spLocks noGrp="1"/>
          </p:cNvSpPr>
          <p:nvPr>
            <p:ph type="ctrTitle"/>
          </p:nvPr>
        </p:nvSpPr>
        <p:spPr/>
        <p:txBody>
          <a:bodyPr>
            <a:normAutofit fontScale="90000"/>
          </a:bodyPr>
          <a:lstStyle/>
          <a:p>
            <a:pPr fontAlgn="b"/>
            <a:r>
              <a:rPr lang="en-US" sz="6000" u="none" strike="noStrike" dirty="0">
                <a:effectLst/>
              </a:rPr>
              <a:t>Motivation/Justification/ Ethical Impact</a:t>
            </a:r>
            <a:endParaRPr lang="en-US" sz="6000" b="0" i="0" u="none" strike="noStrike" dirty="0">
              <a:solidFill>
                <a:srgbClr val="000000"/>
              </a:solidFill>
              <a:effectLst/>
              <a:latin typeface="Calibri" panose="020F0502020204030204" pitchFamily="34" charset="0"/>
            </a:endParaRPr>
          </a:p>
        </p:txBody>
      </p:sp>
      <p:sp>
        <p:nvSpPr>
          <p:cNvPr id="3" name="Subtitle 2">
            <a:extLst>
              <a:ext uri="{FF2B5EF4-FFF2-40B4-BE49-F238E27FC236}">
                <a16:creationId xmlns:a16="http://schemas.microsoft.com/office/drawing/2014/main" id="{EB73C061-46C1-4FC4-9F1C-E9355361D9D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514608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8C8376-EAC6-43A7-9004-3ED6D027F7D6}"/>
              </a:ext>
            </a:extLst>
          </p:cNvPr>
          <p:cNvSpPr>
            <a:spLocks noGrp="1"/>
          </p:cNvSpPr>
          <p:nvPr>
            <p:ph idx="1"/>
          </p:nvPr>
        </p:nvSpPr>
        <p:spPr>
          <a:xfrm>
            <a:off x="677334" y="1"/>
            <a:ext cx="8596668" cy="6041362"/>
          </a:xfrm>
        </p:spPr>
        <p:txBody>
          <a:bodyPr>
            <a:noAutofit/>
          </a:bodyPr>
          <a:lstStyle/>
          <a:p>
            <a:pPr marL="400050" indent="-400050">
              <a:buFont typeface="+mj-lt"/>
              <a:buAutoNum type="romanLcPeriod"/>
            </a:pPr>
            <a:r>
              <a:rPr lang="en-US" sz="1400" dirty="0">
                <a:sym typeface="Wingdings" panose="05000000000000000000" pitchFamily="2" charset="2"/>
              </a:rPr>
              <a:t> </a:t>
            </a:r>
            <a:r>
              <a:rPr lang="en-US" sz="1400" dirty="0"/>
              <a:t>Motivation for the project</a:t>
            </a:r>
          </a:p>
          <a:p>
            <a:pPr>
              <a:buFont typeface="Wingdings" panose="05000000000000000000" pitchFamily="2" charset="2"/>
              <a:buChar char="è"/>
            </a:pPr>
            <a:r>
              <a:rPr lang="en-US" sz="1400" dirty="0"/>
              <a:t>The Key advantages of the distant online entrance exam is the convenience of administration.</a:t>
            </a:r>
          </a:p>
          <a:p>
            <a:pPr>
              <a:buFont typeface="Wingdings" panose="05000000000000000000" pitchFamily="2" charset="2"/>
              <a:buChar char="è"/>
            </a:pPr>
            <a:r>
              <a:rPr lang="en-US" sz="1400" dirty="0"/>
              <a:t> It saves the administrator a lot of time. </a:t>
            </a:r>
          </a:p>
          <a:p>
            <a:pPr>
              <a:buFont typeface="Wingdings" panose="05000000000000000000" pitchFamily="2" charset="2"/>
              <a:buChar char="è"/>
            </a:pPr>
            <a:r>
              <a:rPr lang="en-US" sz="1400" dirty="0"/>
              <a:t>Candidates do not have to waste time walking from one location to another to complete their examination.</a:t>
            </a:r>
          </a:p>
          <a:p>
            <a:pPr>
              <a:buFont typeface="Wingdings" panose="05000000000000000000" pitchFamily="2" charset="2"/>
              <a:buChar char="è"/>
            </a:pPr>
            <a:r>
              <a:rPr lang="en-US" sz="1400" dirty="0"/>
              <a:t> The results are much quicker, as the software can mark and present the results for the candidates</a:t>
            </a:r>
          </a:p>
          <a:p>
            <a:endParaRPr lang="en-US" sz="1400" dirty="0"/>
          </a:p>
          <a:p>
            <a:pPr marL="400050" indent="-400050">
              <a:buFont typeface="+mj-lt"/>
              <a:buAutoNum type="romanLcPeriod"/>
            </a:pPr>
            <a:r>
              <a:rPr lang="en-US" sz="1400" dirty="0"/>
              <a:t>Justification of the scope</a:t>
            </a:r>
          </a:p>
          <a:p>
            <a:pPr>
              <a:buFont typeface="Wingdings" panose="05000000000000000000" pitchFamily="2" charset="2"/>
              <a:buChar char="è"/>
            </a:pPr>
            <a:r>
              <a:rPr lang="en-US" sz="1400" dirty="0"/>
              <a:t>In Pakistan, the number of internet users has nearly quadruple in the past 3 years.</a:t>
            </a:r>
          </a:p>
          <a:p>
            <a:pPr>
              <a:buFont typeface="Wingdings" panose="05000000000000000000" pitchFamily="2" charset="2"/>
              <a:buChar char="è"/>
            </a:pPr>
            <a:r>
              <a:rPr lang="en-US" sz="1400" dirty="0"/>
              <a:t> According to researchers, 37 % of students preferred remotely instruction, compared to 9%  who prefer a hybrid model and 54 % who reported they'd rather learn in person.</a:t>
            </a:r>
          </a:p>
          <a:p>
            <a:pPr>
              <a:buFont typeface="Wingdings" panose="05000000000000000000" pitchFamily="2" charset="2"/>
              <a:buChar char="è"/>
            </a:pPr>
            <a:r>
              <a:rPr lang="en-US" sz="1400" dirty="0"/>
              <a:t>This proved to be a windfall for academics as many students could continue their education remote via internet. </a:t>
            </a:r>
          </a:p>
          <a:p>
            <a:pPr>
              <a:buFont typeface="Wingdings" panose="05000000000000000000" pitchFamily="2" charset="2"/>
              <a:buChar char="è"/>
            </a:pPr>
            <a:r>
              <a:rPr lang="en-US" sz="1400" dirty="0"/>
              <a:t>This also facilitated examinations to go online which brought the concept of online proctoring at the academic level. </a:t>
            </a:r>
          </a:p>
          <a:p>
            <a:pPr>
              <a:buFont typeface="Wingdings" panose="05000000000000000000" pitchFamily="2" charset="2"/>
              <a:buChar char="è"/>
            </a:pPr>
            <a:r>
              <a:rPr lang="en-US" sz="1400" dirty="0" err="1"/>
              <a:t>Aproctored</a:t>
            </a:r>
            <a:r>
              <a:rPr lang="en-US" sz="1400" dirty="0"/>
              <a:t> exam allows the invigilators to invigilate remotely.</a:t>
            </a:r>
          </a:p>
          <a:p>
            <a:endParaRPr lang="en-US" sz="1400" dirty="0"/>
          </a:p>
          <a:p>
            <a:r>
              <a:rPr lang="en-US" sz="1400" dirty="0"/>
              <a:t>Ethical impact</a:t>
            </a:r>
          </a:p>
          <a:p>
            <a:pPr>
              <a:buFont typeface="Wingdings" panose="05000000000000000000" pitchFamily="2" charset="2"/>
              <a:buChar char="è"/>
            </a:pPr>
            <a:r>
              <a:rPr lang="en-US" sz="1400" dirty="0">
                <a:sym typeface="Wingdings" panose="05000000000000000000" pitchFamily="2" charset="2"/>
              </a:rPr>
              <a:t>The ability to efficiently proctor remote online examinations is an important limiting factor to the scalability of this next stage in education. </a:t>
            </a:r>
          </a:p>
          <a:p>
            <a:pPr>
              <a:buFont typeface="Wingdings" panose="05000000000000000000" pitchFamily="2" charset="2"/>
              <a:buChar char="è"/>
            </a:pPr>
            <a:endParaRPr lang="en-US" dirty="0"/>
          </a:p>
        </p:txBody>
      </p:sp>
    </p:spTree>
    <p:extLst>
      <p:ext uri="{BB962C8B-B14F-4D97-AF65-F5344CB8AC3E}">
        <p14:creationId xmlns:p14="http://schemas.microsoft.com/office/powerpoint/2010/main" val="1105910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9B303-B73E-48B4-BF04-282F3B273401}"/>
              </a:ext>
            </a:extLst>
          </p:cNvPr>
          <p:cNvSpPr>
            <a:spLocks noGrp="1"/>
          </p:cNvSpPr>
          <p:nvPr>
            <p:ph type="ctrTitle"/>
          </p:nvPr>
        </p:nvSpPr>
        <p:spPr>
          <a:xfrm>
            <a:off x="1507067" y="228600"/>
            <a:ext cx="5386102" cy="633046"/>
          </a:xfrm>
        </p:spPr>
        <p:txBody>
          <a:bodyPr>
            <a:normAutofit/>
          </a:bodyPr>
          <a:lstStyle/>
          <a:p>
            <a:pPr fontAlgn="b"/>
            <a:r>
              <a:rPr lang="en-US" sz="3200" u="none" strike="noStrike" dirty="0">
                <a:effectLst/>
              </a:rPr>
              <a:t>Literature Review </a:t>
            </a:r>
            <a:endParaRPr lang="en-US" sz="3200" b="0" i="0" u="none" strike="noStrike" dirty="0">
              <a:solidFill>
                <a:srgbClr val="000000"/>
              </a:solidFill>
              <a:effectLst/>
              <a:latin typeface="Calibri" panose="020F0502020204030204" pitchFamily="34" charset="0"/>
            </a:endParaRPr>
          </a:p>
        </p:txBody>
      </p:sp>
      <p:sp>
        <p:nvSpPr>
          <p:cNvPr id="3" name="Subtitle 2">
            <a:extLst>
              <a:ext uri="{FF2B5EF4-FFF2-40B4-BE49-F238E27FC236}">
                <a16:creationId xmlns:a16="http://schemas.microsoft.com/office/drawing/2014/main" id="{EB73C061-46C1-4FC4-9F1C-E9355361D9D4}"/>
              </a:ext>
            </a:extLst>
          </p:cNvPr>
          <p:cNvSpPr>
            <a:spLocks noGrp="1"/>
          </p:cNvSpPr>
          <p:nvPr>
            <p:ph type="subTitle" idx="1"/>
          </p:nvPr>
        </p:nvSpPr>
        <p:spPr>
          <a:xfrm>
            <a:off x="926775" y="1019908"/>
            <a:ext cx="7766936" cy="4004735"/>
          </a:xfrm>
        </p:spPr>
        <p:txBody>
          <a:bodyPr>
            <a:noAutofit/>
          </a:bodyPr>
          <a:lstStyle/>
          <a:p>
            <a:pPr marL="400050" indent="-400050" algn="l">
              <a:buFont typeface="+mj-lt"/>
              <a:buAutoNum type="romanLcPeriod"/>
            </a:pPr>
            <a:r>
              <a:rPr lang="en-US" sz="1200" dirty="0"/>
              <a:t>Online education is helping students and institutions worldwide to access knowledge base of wide variety. In paper [1] the authors studied the testing pattern grades in four e-campus courses at Troy University with 76 graduate students. The research found major significant differences in average test grade scores between tests taken remote online without a proctor as compared to those administered using a live or a remote proctor overall. As remote form of learning and education is rapidly increasing, best online proctor systems is the need of the hour to enhance the quality of the courses offered by educational institutes. It concludes by giving “best practices” to enhance quality and integrity of courses in the online environment.</a:t>
            </a:r>
          </a:p>
          <a:p>
            <a:pPr marL="400050" indent="-400050" algn="l">
              <a:buFont typeface="+mj-lt"/>
              <a:buAutoNum type="romanLcPeriod"/>
            </a:pPr>
            <a:endParaRPr lang="en-US" sz="1200" dirty="0"/>
          </a:p>
          <a:p>
            <a:pPr marL="400050" indent="-400050" algn="l">
              <a:buFont typeface="+mj-lt"/>
              <a:buAutoNum type="romanLcPeriod"/>
            </a:pPr>
            <a:r>
              <a:rPr lang="en-US" sz="1200" dirty="0"/>
              <a:t>In paper [2] To demonstrate and maintain academic integrity, some institutions require proctor supervision of online exams. However, proctoring can be very expensive. Costs to students can include fees at testing centers, costs to purchase the Remote Proctor, time to find an approved proctor, and effort required to coordinate a time for the exam. Costs to the institution include salaries of staff to administer a proctoring process, approval of proctors, maintaining testing centers, and potential loss of enrollments and revenue since not all institutions require proctors for online exams. This paper examines the control issues related to online exams and asserts that the total cost of proctors for online exams (time and money of both students and the institution) exceed potential benefits. The authors propose a less costly, non-proctor alternative to promote academic honesty, using eight control procedures that enable faculty to increase the difficulty and thus reduce the likelihood of cheating by students.</a:t>
            </a:r>
          </a:p>
          <a:p>
            <a:pPr marL="400050" indent="-400050" algn="l">
              <a:buFont typeface="+mj-lt"/>
              <a:buAutoNum type="romanLcPeriod"/>
            </a:pPr>
            <a:endParaRPr lang="en-US" sz="1200" dirty="0"/>
          </a:p>
          <a:p>
            <a:pPr marL="400050" indent="-400050" algn="l">
              <a:buFont typeface="+mj-lt"/>
              <a:buAutoNum type="romanLcPeriod"/>
            </a:pPr>
            <a:r>
              <a:rPr lang="en-US" sz="1200" dirty="0"/>
              <a:t>In paper [3] Online education continues to grow, bringing opportunities and challenges for students and instructors. One challenge is the perception that academic integrity associated with online tests is compromised due to undetected cheating that yields artificially higher grades. To address these concerns, proctoring software has been developed to address and prevent academic dishonesty. The purpose of this study was to compare online test results from proctored versus un proctored online tests</a:t>
            </a:r>
          </a:p>
        </p:txBody>
      </p:sp>
    </p:spTree>
    <p:extLst>
      <p:ext uri="{BB962C8B-B14F-4D97-AF65-F5344CB8AC3E}">
        <p14:creationId xmlns:p14="http://schemas.microsoft.com/office/powerpoint/2010/main" val="240380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8C8376-EAC6-43A7-9004-3ED6D027F7D6}"/>
              </a:ext>
            </a:extLst>
          </p:cNvPr>
          <p:cNvSpPr>
            <a:spLocks noGrp="1"/>
          </p:cNvSpPr>
          <p:nvPr>
            <p:ph idx="1"/>
          </p:nvPr>
        </p:nvSpPr>
        <p:spPr>
          <a:xfrm>
            <a:off x="155575" y="211015"/>
            <a:ext cx="9996131" cy="5830347"/>
          </a:xfrm>
        </p:spPr>
        <p:txBody>
          <a:bodyPr>
            <a:normAutofit/>
          </a:bodyPr>
          <a:lstStyle/>
          <a:p>
            <a:r>
              <a:rPr lang="en-US" dirty="0"/>
              <a:t>Existing systems</a:t>
            </a:r>
          </a:p>
          <a:p>
            <a:endParaRPr lang="en-US" dirty="0"/>
          </a:p>
          <a:p>
            <a:pPr marL="0" indent="0">
              <a:buNone/>
            </a:pPr>
            <a:endParaRPr lang="en-US" dirty="0"/>
          </a:p>
          <a:p>
            <a:pPr marL="0" indent="0">
              <a:buNone/>
            </a:pPr>
            <a:endParaRPr lang="en-US" dirty="0"/>
          </a:p>
          <a:p>
            <a:pPr marL="0" indent="0">
              <a:buNone/>
            </a:pPr>
            <a:endParaRPr lang="en-US" dirty="0"/>
          </a:p>
          <a:p>
            <a:r>
              <a:rPr lang="en-US" dirty="0"/>
              <a:t>You can make comparison table of existing systems and your proposed system</a:t>
            </a:r>
          </a:p>
          <a:p>
            <a:endParaRPr lang="en-US" dirty="0"/>
          </a:p>
          <a:p>
            <a:endParaRPr lang="en-US" dirty="0"/>
          </a:p>
        </p:txBody>
      </p:sp>
      <p:sp>
        <p:nvSpPr>
          <p:cNvPr id="4" name="AutoShape 2" descr="ExamRoom.AI | Prov"/>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ExamRoom.AI | Prov"/>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333" y="698697"/>
            <a:ext cx="2892343" cy="113010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sing AutoProctor: Best Practices for Teachers🧑‍🏫 - AutoProcto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2429" y="825403"/>
            <a:ext cx="3525558" cy="100339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erms of Service | Proctortrac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08690" y="450133"/>
            <a:ext cx="3121513" cy="137866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p:cNvGraphicFramePr>
            <a:graphicFrameLocks noGrp="1"/>
          </p:cNvGraphicFramePr>
          <p:nvPr>
            <p:extLst>
              <p:ext uri="{D42A27DB-BD31-4B8C-83A1-F6EECF244321}">
                <p14:modId xmlns:p14="http://schemas.microsoft.com/office/powerpoint/2010/main" val="2077906197"/>
              </p:ext>
            </p:extLst>
          </p:nvPr>
        </p:nvGraphicFramePr>
        <p:xfrm>
          <a:off x="1213339" y="2935286"/>
          <a:ext cx="8053755" cy="2260411"/>
        </p:xfrm>
        <a:graphic>
          <a:graphicData uri="http://schemas.openxmlformats.org/drawingml/2006/table">
            <a:tbl>
              <a:tblPr firstRow="1" firstCol="1" bandRow="1">
                <a:tableStyleId>{5C22544A-7EE6-4342-B048-85BDC9FD1C3A}</a:tableStyleId>
              </a:tblPr>
              <a:tblGrid>
                <a:gridCol w="1610751">
                  <a:extLst>
                    <a:ext uri="{9D8B030D-6E8A-4147-A177-3AD203B41FA5}">
                      <a16:colId xmlns:a16="http://schemas.microsoft.com/office/drawing/2014/main" val="20000"/>
                    </a:ext>
                  </a:extLst>
                </a:gridCol>
                <a:gridCol w="1610751">
                  <a:extLst>
                    <a:ext uri="{9D8B030D-6E8A-4147-A177-3AD203B41FA5}">
                      <a16:colId xmlns:a16="http://schemas.microsoft.com/office/drawing/2014/main" val="20001"/>
                    </a:ext>
                  </a:extLst>
                </a:gridCol>
                <a:gridCol w="1610751">
                  <a:extLst>
                    <a:ext uri="{9D8B030D-6E8A-4147-A177-3AD203B41FA5}">
                      <a16:colId xmlns:a16="http://schemas.microsoft.com/office/drawing/2014/main" val="20002"/>
                    </a:ext>
                  </a:extLst>
                </a:gridCol>
                <a:gridCol w="1610751">
                  <a:extLst>
                    <a:ext uri="{9D8B030D-6E8A-4147-A177-3AD203B41FA5}">
                      <a16:colId xmlns:a16="http://schemas.microsoft.com/office/drawing/2014/main" val="20003"/>
                    </a:ext>
                  </a:extLst>
                </a:gridCol>
                <a:gridCol w="1610751">
                  <a:extLst>
                    <a:ext uri="{9D8B030D-6E8A-4147-A177-3AD203B41FA5}">
                      <a16:colId xmlns:a16="http://schemas.microsoft.com/office/drawing/2014/main" val="20004"/>
                    </a:ext>
                  </a:extLst>
                </a:gridCol>
              </a:tblGrid>
              <a:tr h="0">
                <a:tc>
                  <a:txBody>
                    <a:bodyPr/>
                    <a:lstStyle/>
                    <a:p>
                      <a:pPr marL="0" marR="0" algn="l">
                        <a:lnSpc>
                          <a:spcPct val="107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Remote G proctor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Exam Room AI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AutoProctor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Proctor Track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marL="0" marR="0" algn="l">
                        <a:lnSpc>
                          <a:spcPct val="107000"/>
                        </a:lnSpc>
                        <a:spcBef>
                          <a:spcPts val="0"/>
                        </a:spcBef>
                        <a:spcAft>
                          <a:spcPts val="0"/>
                        </a:spcAft>
                      </a:pPr>
                      <a:r>
                        <a:rPr lang="en-US" sz="1100">
                          <a:effectLst/>
                        </a:rPr>
                        <a:t>Face spoofing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marL="0" marR="0" algn="l">
                        <a:lnSpc>
                          <a:spcPct val="107000"/>
                        </a:lnSpc>
                        <a:spcBef>
                          <a:spcPts val="0"/>
                        </a:spcBef>
                        <a:spcAft>
                          <a:spcPts val="0"/>
                        </a:spcAft>
                      </a:pPr>
                      <a:r>
                        <a:rPr lang="en-US" sz="1100">
                          <a:effectLst/>
                        </a:rPr>
                        <a:t>Mouth opening detection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268532">
                <a:tc>
                  <a:txBody>
                    <a:bodyPr/>
                    <a:lstStyle/>
                    <a:p>
                      <a:pPr marL="0" marR="0" algn="l">
                        <a:lnSpc>
                          <a:spcPct val="107000"/>
                        </a:lnSpc>
                        <a:spcBef>
                          <a:spcPts val="0"/>
                        </a:spcBef>
                        <a:spcAft>
                          <a:spcPts val="0"/>
                        </a:spcAft>
                      </a:pPr>
                      <a:r>
                        <a:rPr lang="en-US" sz="1100">
                          <a:effectLst/>
                        </a:rPr>
                        <a:t>Keyboard typing detection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a:txBody>
                    <a:bodyPr/>
                    <a:lstStyle/>
                    <a:p>
                      <a:pPr marL="0" marR="0" algn="l">
                        <a:lnSpc>
                          <a:spcPct val="107000"/>
                        </a:lnSpc>
                        <a:spcBef>
                          <a:spcPts val="0"/>
                        </a:spcBef>
                        <a:spcAft>
                          <a:spcPts val="0"/>
                        </a:spcAft>
                      </a:pPr>
                      <a:r>
                        <a:rPr lang="en-US" sz="1100">
                          <a:effectLst/>
                        </a:rPr>
                        <a:t>Audio detector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0">
                <a:tc>
                  <a:txBody>
                    <a:bodyPr/>
                    <a:lstStyle/>
                    <a:p>
                      <a:pPr marL="0" marR="0" algn="l">
                        <a:lnSpc>
                          <a:spcPct val="107000"/>
                        </a:lnSpc>
                        <a:spcBef>
                          <a:spcPts val="0"/>
                        </a:spcBef>
                        <a:spcAft>
                          <a:spcPts val="0"/>
                        </a:spcAft>
                      </a:pPr>
                      <a:r>
                        <a:rPr lang="en-US" sz="1100">
                          <a:effectLst/>
                        </a:rPr>
                        <a:t>MAC address validation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dirty="0">
                          <a:effectLst/>
                        </a:rPr>
                        <a:t>No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0">
                <a:tc>
                  <a:txBody>
                    <a:bodyPr/>
                    <a:lstStyle/>
                    <a:p>
                      <a:pPr marL="0" marR="0" algn="l">
                        <a:lnSpc>
                          <a:spcPct val="107000"/>
                        </a:lnSpc>
                        <a:spcBef>
                          <a:spcPts val="0"/>
                        </a:spcBef>
                        <a:spcAft>
                          <a:spcPts val="0"/>
                        </a:spcAft>
                      </a:pPr>
                      <a:r>
                        <a:rPr lang="en-US" sz="1100">
                          <a:effectLst/>
                        </a:rPr>
                        <a:t> Eye tracking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0">
                <a:tc>
                  <a:txBody>
                    <a:bodyPr/>
                    <a:lstStyle/>
                    <a:p>
                      <a:pPr marL="0" marR="0" algn="l">
                        <a:lnSpc>
                          <a:spcPct val="107000"/>
                        </a:lnSpc>
                        <a:spcBef>
                          <a:spcPts val="0"/>
                        </a:spcBef>
                        <a:spcAft>
                          <a:spcPts val="0"/>
                        </a:spcAft>
                      </a:pPr>
                      <a:r>
                        <a:rPr lang="en-US" sz="1100">
                          <a:effectLst/>
                        </a:rPr>
                        <a:t>Ability to import/export questions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dirty="0">
                          <a:effectLst/>
                        </a:rPr>
                        <a:t>Yes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068096804"/>
              </p:ext>
            </p:extLst>
          </p:nvPr>
        </p:nvGraphicFramePr>
        <p:xfrm>
          <a:off x="1248508" y="5310553"/>
          <a:ext cx="7983415" cy="1421100"/>
        </p:xfrm>
        <a:graphic>
          <a:graphicData uri="http://schemas.openxmlformats.org/drawingml/2006/table">
            <a:tbl>
              <a:tblPr firstRow="1" firstCol="1" bandRow="1">
                <a:tableStyleId>{5C22544A-7EE6-4342-B048-85BDC9FD1C3A}</a:tableStyleId>
              </a:tblPr>
              <a:tblGrid>
                <a:gridCol w="1596683">
                  <a:extLst>
                    <a:ext uri="{9D8B030D-6E8A-4147-A177-3AD203B41FA5}">
                      <a16:colId xmlns:a16="http://schemas.microsoft.com/office/drawing/2014/main" val="20000"/>
                    </a:ext>
                  </a:extLst>
                </a:gridCol>
                <a:gridCol w="1596683">
                  <a:extLst>
                    <a:ext uri="{9D8B030D-6E8A-4147-A177-3AD203B41FA5}">
                      <a16:colId xmlns:a16="http://schemas.microsoft.com/office/drawing/2014/main" val="20001"/>
                    </a:ext>
                  </a:extLst>
                </a:gridCol>
                <a:gridCol w="1596683">
                  <a:extLst>
                    <a:ext uri="{9D8B030D-6E8A-4147-A177-3AD203B41FA5}">
                      <a16:colId xmlns:a16="http://schemas.microsoft.com/office/drawing/2014/main" val="20002"/>
                    </a:ext>
                  </a:extLst>
                </a:gridCol>
                <a:gridCol w="1596683">
                  <a:extLst>
                    <a:ext uri="{9D8B030D-6E8A-4147-A177-3AD203B41FA5}">
                      <a16:colId xmlns:a16="http://schemas.microsoft.com/office/drawing/2014/main" val="20003"/>
                    </a:ext>
                  </a:extLst>
                </a:gridCol>
                <a:gridCol w="1596683">
                  <a:extLst>
                    <a:ext uri="{9D8B030D-6E8A-4147-A177-3AD203B41FA5}">
                      <a16:colId xmlns:a16="http://schemas.microsoft.com/office/drawing/2014/main" val="20004"/>
                    </a:ext>
                  </a:extLst>
                </a:gridCol>
              </a:tblGrid>
              <a:tr h="819453">
                <a:tc>
                  <a:txBody>
                    <a:bodyPr/>
                    <a:lstStyle/>
                    <a:p>
                      <a:pPr marL="0" marR="0">
                        <a:lnSpc>
                          <a:spcPct val="107000"/>
                        </a:lnSpc>
                        <a:spcBef>
                          <a:spcPts val="0"/>
                        </a:spcBef>
                        <a:spcAft>
                          <a:spcPts val="0"/>
                        </a:spcAft>
                      </a:pPr>
                      <a:r>
                        <a:rPr lang="en-US" sz="1100" dirty="0">
                          <a:effectLst/>
                        </a:rPr>
                        <a:t>Bluetooth devices detection ( projector, </a:t>
                      </a:r>
                      <a:r>
                        <a:rPr lang="en-US" sz="1100" dirty="0" err="1">
                          <a:effectLst/>
                        </a:rPr>
                        <a:t>etc</a:t>
                      </a:r>
                      <a:r>
                        <a:rPr lang="en-US" sz="1100" dirty="0">
                          <a:effectLst/>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No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04550">
                <a:tc>
                  <a:txBody>
                    <a:bodyPr/>
                    <a:lstStyle/>
                    <a:p>
                      <a:pPr marL="0" marR="0">
                        <a:lnSpc>
                          <a:spcPct val="107000"/>
                        </a:lnSpc>
                        <a:spcBef>
                          <a:spcPts val="0"/>
                        </a:spcBef>
                        <a:spcAft>
                          <a:spcPts val="0"/>
                        </a:spcAft>
                      </a:pPr>
                      <a:r>
                        <a:rPr lang="en-US" sz="1100">
                          <a:effectLst/>
                        </a:rPr>
                        <a:t>Large question bank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no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97097">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68913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9B303-B73E-48B4-BF04-282F3B273401}"/>
              </a:ext>
            </a:extLst>
          </p:cNvPr>
          <p:cNvSpPr>
            <a:spLocks noGrp="1"/>
          </p:cNvSpPr>
          <p:nvPr>
            <p:ph type="ctrTitle"/>
          </p:nvPr>
        </p:nvSpPr>
        <p:spPr/>
        <p:txBody>
          <a:bodyPr>
            <a:normAutofit fontScale="90000"/>
          </a:bodyPr>
          <a:lstStyle/>
          <a:p>
            <a:pPr fontAlgn="b"/>
            <a:r>
              <a:rPr lang="en-US" dirty="0"/>
              <a:t>In-depth Engineering/ Computing Knowledge</a:t>
            </a:r>
            <a:endParaRPr lang="en-US" sz="6000" b="0" i="0" u="none" strike="noStrike"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3472507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FCCD2-AEEA-BF9C-B3DD-BCC0729C1D0E}"/>
              </a:ext>
            </a:extLst>
          </p:cNvPr>
          <p:cNvSpPr>
            <a:spLocks noGrp="1"/>
          </p:cNvSpPr>
          <p:nvPr>
            <p:ph type="title"/>
          </p:nvPr>
        </p:nvSpPr>
        <p:spPr/>
        <p:txBody>
          <a:bodyPr/>
          <a:lstStyle/>
          <a:p>
            <a:r>
              <a:rPr lang="en-US" b="1" dirty="0"/>
              <a:t>Tools &amp; Technology</a:t>
            </a:r>
            <a:endParaRPr lang="en-PK" b="1" dirty="0"/>
          </a:p>
        </p:txBody>
      </p:sp>
      <p:pic>
        <p:nvPicPr>
          <p:cNvPr id="21" name="Picture 20" descr="Logo, company name&#10;&#10;Description automatically generated">
            <a:extLst>
              <a:ext uri="{FF2B5EF4-FFF2-40B4-BE49-F238E27FC236}">
                <a16:creationId xmlns:a16="http://schemas.microsoft.com/office/drawing/2014/main" id="{8620F4F9-D46C-7E7D-7EFE-85F0A41CE8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277" y="1492507"/>
            <a:ext cx="3197942" cy="1798842"/>
          </a:xfrm>
          <a:prstGeom prst="rect">
            <a:avLst/>
          </a:prstGeom>
        </p:spPr>
      </p:pic>
      <p:pic>
        <p:nvPicPr>
          <p:cNvPr id="23" name="Picture 22" descr="Icon&#10;&#10;Description automatically generated">
            <a:extLst>
              <a:ext uri="{FF2B5EF4-FFF2-40B4-BE49-F238E27FC236}">
                <a16:creationId xmlns:a16="http://schemas.microsoft.com/office/drawing/2014/main" id="{57EB4A96-C245-6629-B9BD-198E10243D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625" y="3429000"/>
            <a:ext cx="1949246" cy="1949246"/>
          </a:xfrm>
          <a:prstGeom prst="rect">
            <a:avLst/>
          </a:prstGeom>
        </p:spPr>
      </p:pic>
      <p:pic>
        <p:nvPicPr>
          <p:cNvPr id="25" name="Picture 24" descr="Logo&#10;&#10;Description automatically generated">
            <a:extLst>
              <a:ext uri="{FF2B5EF4-FFF2-40B4-BE49-F238E27FC236}">
                <a16:creationId xmlns:a16="http://schemas.microsoft.com/office/drawing/2014/main" id="{EB8A920E-6990-DDC2-B0DD-03A70C9022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75703" y="1492507"/>
            <a:ext cx="3438832" cy="1719416"/>
          </a:xfrm>
          <a:prstGeom prst="rect">
            <a:avLst/>
          </a:prstGeom>
        </p:spPr>
      </p:pic>
      <p:pic>
        <p:nvPicPr>
          <p:cNvPr id="27" name="Picture 26" descr="Logo&#10;&#10;Description automatically generated">
            <a:extLst>
              <a:ext uri="{FF2B5EF4-FFF2-40B4-BE49-F238E27FC236}">
                <a16:creationId xmlns:a16="http://schemas.microsoft.com/office/drawing/2014/main" id="{7D0F67C1-33C3-FF85-8D61-C2B51F72500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69110" y="3429000"/>
            <a:ext cx="2857497" cy="1904998"/>
          </a:xfrm>
          <a:prstGeom prst="rect">
            <a:avLst/>
          </a:prstGeom>
        </p:spPr>
      </p:pic>
      <p:pic>
        <p:nvPicPr>
          <p:cNvPr id="29" name="Picture 28" descr="Icon&#10;&#10;Description automatically generated">
            <a:extLst>
              <a:ext uri="{FF2B5EF4-FFF2-40B4-BE49-F238E27FC236}">
                <a16:creationId xmlns:a16="http://schemas.microsoft.com/office/drawing/2014/main" id="{374D434D-0969-CA78-031F-9C780B5042A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65859" y="2813307"/>
            <a:ext cx="2341272" cy="1152776"/>
          </a:xfrm>
          <a:prstGeom prst="rect">
            <a:avLst/>
          </a:prstGeom>
        </p:spPr>
      </p:pic>
    </p:spTree>
    <p:extLst>
      <p:ext uri="{BB962C8B-B14F-4D97-AF65-F5344CB8AC3E}">
        <p14:creationId xmlns:p14="http://schemas.microsoft.com/office/powerpoint/2010/main" val="1388682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546ED-0946-5340-5D9B-97C72E0D811B}"/>
              </a:ext>
            </a:extLst>
          </p:cNvPr>
          <p:cNvSpPr>
            <a:spLocks noGrp="1"/>
          </p:cNvSpPr>
          <p:nvPr>
            <p:ph type="title"/>
          </p:nvPr>
        </p:nvSpPr>
        <p:spPr/>
        <p:txBody>
          <a:bodyPr/>
          <a:lstStyle/>
          <a:p>
            <a:r>
              <a:rPr lang="en-US" dirty="0"/>
              <a:t>Wide Ranging Technical Issues</a:t>
            </a:r>
            <a:endParaRPr lang="en-PK" dirty="0"/>
          </a:p>
        </p:txBody>
      </p:sp>
      <p:sp>
        <p:nvSpPr>
          <p:cNvPr id="3" name="Content Placeholder 2">
            <a:extLst>
              <a:ext uri="{FF2B5EF4-FFF2-40B4-BE49-F238E27FC236}">
                <a16:creationId xmlns:a16="http://schemas.microsoft.com/office/drawing/2014/main" id="{9761D193-36E8-EF5A-C68A-C1D2C835433F}"/>
              </a:ext>
            </a:extLst>
          </p:cNvPr>
          <p:cNvSpPr>
            <a:spLocks noGrp="1"/>
          </p:cNvSpPr>
          <p:nvPr>
            <p:ph idx="1"/>
          </p:nvPr>
        </p:nvSpPr>
        <p:spPr/>
        <p:txBody>
          <a:bodyPr/>
          <a:lstStyle/>
          <a:p>
            <a:r>
              <a:rPr lang="en-US" dirty="0"/>
              <a:t>Building an intuitive UI/UX</a:t>
            </a:r>
          </a:p>
          <a:p>
            <a:r>
              <a:rPr lang="en-US" dirty="0"/>
              <a:t>Developing a robust backend</a:t>
            </a:r>
          </a:p>
          <a:p>
            <a:r>
              <a:rPr lang="en-US" dirty="0"/>
              <a:t>Machine learning of automated proctoring for detection of unfair means usage	</a:t>
            </a:r>
            <a:endParaRPr lang="en-PK" dirty="0"/>
          </a:p>
        </p:txBody>
      </p:sp>
    </p:spTree>
    <p:extLst>
      <p:ext uri="{BB962C8B-B14F-4D97-AF65-F5344CB8AC3E}">
        <p14:creationId xmlns:p14="http://schemas.microsoft.com/office/powerpoint/2010/main" val="1937617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EFD87-62D8-1FBE-07F1-710D9E5D13DE}"/>
              </a:ext>
            </a:extLst>
          </p:cNvPr>
          <p:cNvSpPr>
            <a:spLocks noGrp="1"/>
          </p:cNvSpPr>
          <p:nvPr>
            <p:ph type="title"/>
          </p:nvPr>
        </p:nvSpPr>
        <p:spPr/>
        <p:txBody>
          <a:bodyPr/>
          <a:lstStyle/>
          <a:p>
            <a:r>
              <a:rPr lang="en-US" dirty="0"/>
              <a:t>Component Parts</a:t>
            </a:r>
            <a:endParaRPr lang="en-PK" dirty="0"/>
          </a:p>
        </p:txBody>
      </p:sp>
      <p:sp>
        <p:nvSpPr>
          <p:cNvPr id="3" name="Content Placeholder 2">
            <a:extLst>
              <a:ext uri="{FF2B5EF4-FFF2-40B4-BE49-F238E27FC236}">
                <a16:creationId xmlns:a16="http://schemas.microsoft.com/office/drawing/2014/main" id="{DA4FFFBA-C4DE-6A35-6D98-68BF2D0D833D}"/>
              </a:ext>
            </a:extLst>
          </p:cNvPr>
          <p:cNvSpPr>
            <a:spLocks noGrp="1"/>
          </p:cNvSpPr>
          <p:nvPr>
            <p:ph idx="1"/>
          </p:nvPr>
        </p:nvSpPr>
        <p:spPr/>
        <p:txBody>
          <a:bodyPr/>
          <a:lstStyle/>
          <a:p>
            <a:r>
              <a:rPr lang="en-US" sz="2400" dirty="0"/>
              <a:t>Two individual components integrated to realize the application</a:t>
            </a:r>
          </a:p>
          <a:p>
            <a:pPr lvl="1">
              <a:buFont typeface="Arial" panose="020B0604020202020204" pitchFamily="34" charset="0"/>
              <a:buChar char="•"/>
            </a:pPr>
            <a:r>
              <a:rPr lang="en-US" sz="2000" dirty="0"/>
              <a:t>Examination dashboard where questions &amp; answers can be created in an exam. Results can be published and viewed</a:t>
            </a:r>
          </a:p>
          <a:p>
            <a:pPr lvl="1">
              <a:buFont typeface="Arial" panose="020B0604020202020204" pitchFamily="34" charset="0"/>
              <a:buChar char="•"/>
            </a:pPr>
            <a:r>
              <a:rPr lang="en-US" sz="2000" dirty="0"/>
              <a:t>Automated Proctoring module where instructors can view live monitoring of exam and view proctoring logs of the students.</a:t>
            </a:r>
          </a:p>
          <a:p>
            <a:pPr lvl="1"/>
            <a:endParaRPr lang="en-US" dirty="0"/>
          </a:p>
          <a:p>
            <a:endParaRPr lang="en-PK" dirty="0"/>
          </a:p>
        </p:txBody>
      </p:sp>
    </p:spTree>
    <p:extLst>
      <p:ext uri="{BB962C8B-B14F-4D97-AF65-F5344CB8AC3E}">
        <p14:creationId xmlns:p14="http://schemas.microsoft.com/office/powerpoint/2010/main" val="2325290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23247-8A0D-C2BD-B658-9FB6768FCD89}"/>
              </a:ext>
            </a:extLst>
          </p:cNvPr>
          <p:cNvSpPr>
            <a:spLocks noGrp="1"/>
          </p:cNvSpPr>
          <p:nvPr>
            <p:ph type="title"/>
          </p:nvPr>
        </p:nvSpPr>
        <p:spPr/>
        <p:txBody>
          <a:bodyPr/>
          <a:lstStyle/>
          <a:p>
            <a:r>
              <a:rPr lang="en-US" dirty="0"/>
              <a:t>Diverse Group of Stakeholders</a:t>
            </a:r>
            <a:endParaRPr lang="en-PK" dirty="0"/>
          </a:p>
        </p:txBody>
      </p:sp>
      <p:sp>
        <p:nvSpPr>
          <p:cNvPr id="3" name="Content Placeholder 2">
            <a:extLst>
              <a:ext uri="{FF2B5EF4-FFF2-40B4-BE49-F238E27FC236}">
                <a16:creationId xmlns:a16="http://schemas.microsoft.com/office/drawing/2014/main" id="{C2ABDEA5-D1A0-95F3-FB03-E1031F142FD8}"/>
              </a:ext>
            </a:extLst>
          </p:cNvPr>
          <p:cNvSpPr>
            <a:spLocks noGrp="1"/>
          </p:cNvSpPr>
          <p:nvPr>
            <p:ph idx="1"/>
          </p:nvPr>
        </p:nvSpPr>
        <p:spPr/>
        <p:txBody>
          <a:bodyPr>
            <a:normAutofit/>
          </a:bodyPr>
          <a:lstStyle/>
          <a:p>
            <a:r>
              <a:rPr lang="en-US" sz="2000" dirty="0"/>
              <a:t>Educational Institute’s admission department</a:t>
            </a:r>
          </a:p>
          <a:p>
            <a:r>
              <a:rPr lang="en-US" sz="2000" dirty="0"/>
              <a:t>Instructors/Professors </a:t>
            </a:r>
          </a:p>
          <a:p>
            <a:r>
              <a:rPr lang="en-US" sz="2000" dirty="0"/>
              <a:t>Students </a:t>
            </a:r>
            <a:endParaRPr lang="en-PK" sz="2000" dirty="0"/>
          </a:p>
        </p:txBody>
      </p:sp>
    </p:spTree>
    <p:extLst>
      <p:ext uri="{BB962C8B-B14F-4D97-AF65-F5344CB8AC3E}">
        <p14:creationId xmlns:p14="http://schemas.microsoft.com/office/powerpoint/2010/main" val="603493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23247-8A0D-C2BD-B658-9FB6768FCD89}"/>
              </a:ext>
            </a:extLst>
          </p:cNvPr>
          <p:cNvSpPr>
            <a:spLocks noGrp="1"/>
          </p:cNvSpPr>
          <p:nvPr>
            <p:ph type="title"/>
          </p:nvPr>
        </p:nvSpPr>
        <p:spPr>
          <a:xfrm>
            <a:off x="716663" y="1553496"/>
            <a:ext cx="8596668" cy="2625213"/>
          </a:xfrm>
        </p:spPr>
        <p:txBody>
          <a:bodyPr>
            <a:normAutofit/>
          </a:bodyPr>
          <a:lstStyle/>
          <a:p>
            <a:r>
              <a:rPr lang="en-US" sz="4400" dirty="0"/>
              <a:t>Thank You		</a:t>
            </a:r>
            <a:br>
              <a:rPr lang="en-US" sz="4400" dirty="0"/>
            </a:br>
            <a:r>
              <a:rPr lang="en-US" sz="4000" dirty="0"/>
              <a:t>Any Questions?</a:t>
            </a:r>
            <a:endParaRPr lang="en-PK" sz="4400" dirty="0"/>
          </a:p>
        </p:txBody>
      </p:sp>
    </p:spTree>
    <p:extLst>
      <p:ext uri="{BB962C8B-B14F-4D97-AF65-F5344CB8AC3E}">
        <p14:creationId xmlns:p14="http://schemas.microsoft.com/office/powerpoint/2010/main" val="1290141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a:bodyPr>
          <a:lstStyle/>
          <a:p>
            <a:r>
              <a:rPr lang="en-US" sz="1400" dirty="0"/>
              <a:t>[1]   Prince, D.J., Fulton, R.A. and </a:t>
            </a:r>
            <a:r>
              <a:rPr lang="en-US" sz="1400" dirty="0" err="1"/>
              <a:t>Garsombke</a:t>
            </a:r>
            <a:r>
              <a:rPr lang="en-US" sz="1400" dirty="0"/>
              <a:t>, T.W. 2009. Comparisons Of Proctored    Versus Non-Proctored Testing Strategies In Graduate Distance Education Curriculum. Journal of College Teaching &amp; Learning (TLC). 6, 7 (Nov. 2009). </a:t>
            </a:r>
            <a:r>
              <a:rPr lang="en-US" sz="1400" dirty="0" err="1"/>
              <a:t>DOI:https</a:t>
            </a:r>
            <a:r>
              <a:rPr lang="en-US" sz="1400" dirty="0"/>
              <a:t>://doi.org/10.19030/tlc.v6i7.1125.</a:t>
            </a:r>
          </a:p>
          <a:p>
            <a:endParaRPr lang="en-US" sz="1400" dirty="0"/>
          </a:p>
          <a:p>
            <a:r>
              <a:rPr lang="en-US" sz="1400" dirty="0"/>
              <a:t> [2] Research on Abnormal Behavior Detection of Online Examination Based on Image Information </a:t>
            </a:r>
            <a:r>
              <a:rPr lang="en-US" sz="1400" dirty="0" err="1"/>
              <a:t>Senbo</a:t>
            </a:r>
            <a:r>
              <a:rPr lang="en-US" sz="1400" dirty="0"/>
              <a:t> Hu1 , Xiao Jia2 , </a:t>
            </a:r>
            <a:r>
              <a:rPr lang="en-US" sz="1400" dirty="0" err="1"/>
              <a:t>Yingliang</a:t>
            </a:r>
            <a:r>
              <a:rPr lang="en-US" sz="1400" dirty="0"/>
              <a:t> Fu3 Dalian Maritime University College of Information Science and </a:t>
            </a:r>
            <a:r>
              <a:rPr lang="en-US" sz="1400" dirty="0" err="1"/>
              <a:t>TechnologyDalian</a:t>
            </a:r>
            <a:r>
              <a:rPr lang="en-US" sz="1400" dirty="0"/>
              <a:t>, Liaoning </a:t>
            </a:r>
            <a:r>
              <a:rPr lang="en-US" sz="1400" dirty="0" err="1"/>
              <a:t>Email:senbo@dlmu.edu.cn</a:t>
            </a:r>
            <a:r>
              <a:rPr lang="en-US" sz="1400" dirty="0"/>
              <a:t>, jiaxiao222@126.com,fuyl8125@dlmu.edu.cn</a:t>
            </a:r>
          </a:p>
          <a:p>
            <a:endParaRPr lang="en-US" sz="1400" dirty="0"/>
          </a:p>
          <a:p>
            <a:r>
              <a:rPr lang="en-US" sz="1400" dirty="0"/>
              <a:t> [3] E-cheating Prevention Measures: Detection of Cheating at Online Examinations Using Deep Learning Approach - A Case Study Leslie </a:t>
            </a:r>
            <a:r>
              <a:rPr lang="en-US" sz="1400" dirty="0" err="1"/>
              <a:t>ChingOw</a:t>
            </a:r>
            <a:r>
              <a:rPr lang="en-US" sz="1400" dirty="0"/>
              <a:t> </a:t>
            </a:r>
            <a:r>
              <a:rPr lang="en-US" sz="1400" dirty="0" err="1"/>
              <a:t>Tiong</a:t>
            </a:r>
            <a:r>
              <a:rPr lang="en-US" sz="1400" dirty="0"/>
              <a:t> and </a:t>
            </a:r>
            <a:r>
              <a:rPr lang="en-US" sz="1400" dirty="0" err="1"/>
              <a:t>HeeJeong</a:t>
            </a:r>
            <a:r>
              <a:rPr lang="en-US" sz="1400" dirty="0"/>
              <a:t> Jasmine Lee</a:t>
            </a:r>
          </a:p>
          <a:p>
            <a:endParaRPr lang="en-US" dirty="0"/>
          </a:p>
        </p:txBody>
      </p:sp>
    </p:spTree>
    <p:extLst>
      <p:ext uri="{BB962C8B-B14F-4D97-AF65-F5344CB8AC3E}">
        <p14:creationId xmlns:p14="http://schemas.microsoft.com/office/powerpoint/2010/main" val="324199050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A6DACD17AE36141913B569FEA0AF61D" ma:contentTypeVersion="4" ma:contentTypeDescription="Create a new document." ma:contentTypeScope="" ma:versionID="29c647625d3c9a4cd1a7c19c65f99300">
  <xsd:schema xmlns:xsd="http://www.w3.org/2001/XMLSchema" xmlns:xs="http://www.w3.org/2001/XMLSchema" xmlns:p="http://schemas.microsoft.com/office/2006/metadata/properties" xmlns:ns2="d6d52004-ab7c-4fb6-8c83-a8e928fd54fa" xmlns:ns3="75360317-056a-4120-9fdf-f86a04c66dd2" targetNamespace="http://schemas.microsoft.com/office/2006/metadata/properties" ma:root="true" ma:fieldsID="4d9c544759dcb8a979c8852d1a8e9b24" ns2:_="" ns3:_="">
    <xsd:import namespace="d6d52004-ab7c-4fb6-8c83-a8e928fd54fa"/>
    <xsd:import namespace="75360317-056a-4120-9fdf-f86a04c66dd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d52004-ab7c-4fb6-8c83-a8e928fd54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360317-056a-4120-9fdf-f86a04c66dd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1A4C9D-0867-4281-9158-98356DA2D3ED}">
  <ds:schemaRefs>
    <ds:schemaRef ds:uri="http://schemas.microsoft.com/sharepoint/v3/contenttype/forms"/>
  </ds:schemaRefs>
</ds:datastoreItem>
</file>

<file path=customXml/itemProps2.xml><?xml version="1.0" encoding="utf-8"?>
<ds:datastoreItem xmlns:ds="http://schemas.openxmlformats.org/officeDocument/2006/customXml" ds:itemID="{1A2516E4-57B9-4D4E-9502-58880BCB2CF9}">
  <ds:schemaRefs>
    <ds:schemaRef ds:uri="http://schemas.microsoft.com/office/2006/documentManagement/types"/>
    <ds:schemaRef ds:uri="75360317-056a-4120-9fdf-f86a04c66dd2"/>
    <ds:schemaRef ds:uri="http://purl.org/dc/elements/1.1/"/>
    <ds:schemaRef ds:uri="http://schemas.microsoft.com/office/2006/metadata/properties"/>
    <ds:schemaRef ds:uri="http://schemas.openxmlformats.org/package/2006/metadata/core-properties"/>
    <ds:schemaRef ds:uri="http://purl.org/dc/terms/"/>
    <ds:schemaRef ds:uri="http://schemas.microsoft.com/office/infopath/2007/PartnerControls"/>
    <ds:schemaRef ds:uri="http://purl.org/dc/dcmitype/"/>
    <ds:schemaRef ds:uri="d6d52004-ab7c-4fb6-8c83-a8e928fd54fa"/>
    <ds:schemaRef ds:uri="http://www.w3.org/XML/1998/namespace"/>
  </ds:schemaRefs>
</ds:datastoreItem>
</file>

<file path=customXml/itemProps3.xml><?xml version="1.0" encoding="utf-8"?>
<ds:datastoreItem xmlns:ds="http://schemas.openxmlformats.org/officeDocument/2006/customXml" ds:itemID="{4BBB1E80-A954-41A7-B2F7-20343C7768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d52004-ab7c-4fb6-8c83-a8e928fd54fa"/>
    <ds:schemaRef ds:uri="75360317-056a-4120-9fdf-f86a04c66d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1568</TotalTime>
  <Words>1281</Words>
  <Application>Microsoft Office PowerPoint</Application>
  <PresentationFormat>Widescreen</PresentationFormat>
  <Paragraphs>180</Paragraphs>
  <Slides>15</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Times New Roman</vt:lpstr>
      <vt:lpstr>Trebuchet MS</vt:lpstr>
      <vt:lpstr>Wingdings</vt:lpstr>
      <vt:lpstr>Wingdings 3</vt:lpstr>
      <vt:lpstr>Facet</vt:lpstr>
      <vt:lpstr>PowerPoint Presentation</vt:lpstr>
      <vt:lpstr>Evaluation Criteria of title defense</vt:lpstr>
      <vt:lpstr>Problem statement</vt:lpstr>
      <vt:lpstr>PowerPoint Presentation</vt:lpstr>
      <vt:lpstr>Motivation/Justification/ Ethical Impact</vt:lpstr>
      <vt:lpstr>PowerPoint Presentation</vt:lpstr>
      <vt:lpstr>Literature Review </vt:lpstr>
      <vt:lpstr>PowerPoint Presentation</vt:lpstr>
      <vt:lpstr>In-depth Engineering/ Computing Knowledge</vt:lpstr>
      <vt:lpstr>Tools &amp; Technology</vt:lpstr>
      <vt:lpstr>Wide Ranging Technical Issues</vt:lpstr>
      <vt:lpstr>Component Parts</vt:lpstr>
      <vt:lpstr>Diverse Group of Stakeholders</vt:lpstr>
      <vt:lpstr>Thank You   Any Questions?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Shaukat Lecturer FCSE</dc:creator>
  <cp:lastModifiedBy>Mian</cp:lastModifiedBy>
  <cp:revision>10</cp:revision>
  <dcterms:created xsi:type="dcterms:W3CDTF">2021-09-27T08:54:11Z</dcterms:created>
  <dcterms:modified xsi:type="dcterms:W3CDTF">2022-09-21T20:37:57Z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0x010100CA6DACD17AE36141913B569FEA0AF61D</vt:lpwstr>
  </property>
</Properties>
</file>