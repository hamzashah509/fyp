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0"/>
  </p:notesMasterIdLst>
  <p:sldIdLst>
    <p:sldId id="257" r:id="rId5"/>
    <p:sldId id="262" r:id="rId6"/>
    <p:sldId id="266" r:id="rId7"/>
    <p:sldId id="274" r:id="rId8"/>
    <p:sldId id="267" r:id="rId9"/>
    <p:sldId id="261" r:id="rId10"/>
    <p:sldId id="270" r:id="rId11"/>
    <p:sldId id="259" r:id="rId12"/>
    <p:sldId id="268" r:id="rId13"/>
    <p:sldId id="273" r:id="rId14"/>
    <p:sldId id="276" r:id="rId15"/>
    <p:sldId id="277" r:id="rId16"/>
    <p:sldId id="279" r:id="rId17"/>
    <p:sldId id="280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F49C86-1800-4B1A-BA01-DA5B8E70491A}" v="29" dt="2021-10-03T13:08:55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546" autoAdjust="0"/>
  </p:normalViewPr>
  <p:slideViewPr>
    <p:cSldViewPr snapToGrid="0">
      <p:cViewPr varScale="1">
        <p:scale>
          <a:sx n="63" d="100"/>
          <a:sy n="63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Shaukat Lecturer FCSE" userId="48e8cdf9-ec6e-423c-a6b7-93180a25bc71" providerId="ADAL" clId="{76F49C86-1800-4B1A-BA01-DA5B8E70491A}"/>
    <pc:docChg chg="undo redo custSel addSld delSld modSld sldOrd">
      <pc:chgData name="Ali Shaukat Lecturer FCSE" userId="48e8cdf9-ec6e-423c-a6b7-93180a25bc71" providerId="ADAL" clId="{76F49C86-1800-4B1A-BA01-DA5B8E70491A}" dt="2021-10-03T13:10:04.219" v="1624" actId="20577"/>
      <pc:docMkLst>
        <pc:docMk/>
      </pc:docMkLst>
      <pc:sldChg chg="new del">
        <pc:chgData name="Ali Shaukat Lecturer FCSE" userId="48e8cdf9-ec6e-423c-a6b7-93180a25bc71" providerId="ADAL" clId="{76F49C86-1800-4B1A-BA01-DA5B8E70491A}" dt="2021-09-27T08:54:25.987" v="2" actId="47"/>
        <pc:sldMkLst>
          <pc:docMk/>
          <pc:sldMk cId="3007006867" sldId="256"/>
        </pc:sldMkLst>
      </pc:sldChg>
      <pc:sldChg chg="addSp delSp modSp add mod modClrScheme chgLayout">
        <pc:chgData name="Ali Shaukat Lecturer FCSE" userId="48e8cdf9-ec6e-423c-a6b7-93180a25bc71" providerId="ADAL" clId="{76F49C86-1800-4B1A-BA01-DA5B8E70491A}" dt="2021-09-27T08:58:22.279" v="163" actId="20577"/>
        <pc:sldMkLst>
          <pc:docMk/>
          <pc:sldMk cId="0" sldId="257"/>
        </pc:sldMkLst>
        <pc:spChg chg="add del mod ord">
          <ac:chgData name="Ali Shaukat Lecturer FCSE" userId="48e8cdf9-ec6e-423c-a6b7-93180a25bc71" providerId="ADAL" clId="{76F49C86-1800-4B1A-BA01-DA5B8E70491A}" dt="2021-09-27T08:56:58.008" v="127" actId="700"/>
          <ac:spMkLst>
            <pc:docMk/>
            <pc:sldMk cId="0" sldId="257"/>
            <ac:spMk id="2" creationId="{83A0A5FA-111E-44F3-B5FD-18D6DE021C7E}"/>
          </ac:spMkLst>
        </pc:spChg>
        <pc:spChg chg="add del mod ord">
          <ac:chgData name="Ali Shaukat Lecturer FCSE" userId="48e8cdf9-ec6e-423c-a6b7-93180a25bc71" providerId="ADAL" clId="{76F49C86-1800-4B1A-BA01-DA5B8E70491A}" dt="2021-09-27T08:56:58.008" v="127" actId="700"/>
          <ac:spMkLst>
            <pc:docMk/>
            <pc:sldMk cId="0" sldId="257"/>
            <ac:spMk id="3" creationId="{13B486DD-9E14-4DE8-B005-BD4487ACA4EF}"/>
          </ac:spMkLst>
        </pc:spChg>
        <pc:spChg chg="add del mod ord">
          <ac:chgData name="Ali Shaukat Lecturer FCSE" userId="48e8cdf9-ec6e-423c-a6b7-93180a25bc71" providerId="ADAL" clId="{76F49C86-1800-4B1A-BA01-DA5B8E70491A}" dt="2021-09-27T08:56:58.008" v="127" actId="700"/>
          <ac:spMkLst>
            <pc:docMk/>
            <pc:sldMk cId="0" sldId="257"/>
            <ac:spMk id="4" creationId="{5683AC8E-A936-4862-ABF6-0AE96AF13650}"/>
          </ac:spMkLst>
        </pc:spChg>
        <pc:spChg chg="add del mod">
          <ac:chgData name="Ali Shaukat Lecturer FCSE" userId="48e8cdf9-ec6e-423c-a6b7-93180a25bc71" providerId="ADAL" clId="{76F49C86-1800-4B1A-BA01-DA5B8E70491A}" dt="2021-09-27T08:57:14.367" v="134"/>
          <ac:spMkLst>
            <pc:docMk/>
            <pc:sldMk cId="0" sldId="257"/>
            <ac:spMk id="10" creationId="{A98A4286-9730-4C28-A43C-9C5BBE5F36F4}"/>
          </ac:spMkLst>
        </pc:spChg>
        <pc:spChg chg="mod">
          <ac:chgData name="Ali Shaukat Lecturer FCSE" userId="48e8cdf9-ec6e-423c-a6b7-93180a25bc71" providerId="ADAL" clId="{76F49C86-1800-4B1A-BA01-DA5B8E70491A}" dt="2021-09-27T08:58:09.493" v="159" actId="1076"/>
          <ac:spMkLst>
            <pc:docMk/>
            <pc:sldMk cId="0" sldId="257"/>
            <ac:spMk id="83" creationId="{00000000-0000-0000-0000-000000000000}"/>
          </ac:spMkLst>
        </pc:spChg>
        <pc:spChg chg="mod">
          <ac:chgData name="Ali Shaukat Lecturer FCSE" userId="48e8cdf9-ec6e-423c-a6b7-93180a25bc71" providerId="ADAL" clId="{76F49C86-1800-4B1A-BA01-DA5B8E70491A}" dt="2021-09-27T08:58:22.279" v="163" actId="20577"/>
          <ac:spMkLst>
            <pc:docMk/>
            <pc:sldMk cId="0" sldId="257"/>
            <ac:spMk id="84" creationId="{00000000-0000-0000-0000-000000000000}"/>
          </ac:spMkLst>
        </pc:spChg>
        <pc:spChg chg="mod">
          <ac:chgData name="Ali Shaukat Lecturer FCSE" userId="48e8cdf9-ec6e-423c-a6b7-93180a25bc71" providerId="ADAL" clId="{76F49C86-1800-4B1A-BA01-DA5B8E70491A}" dt="2021-09-27T08:58:05.322" v="158" actId="1076"/>
          <ac:spMkLst>
            <pc:docMk/>
            <pc:sldMk cId="0" sldId="257"/>
            <ac:spMk id="85" creationId="{00000000-0000-0000-0000-000000000000}"/>
          </ac:spMkLst>
        </pc:spChg>
        <pc:spChg chg="mod">
          <ac:chgData name="Ali Shaukat Lecturer FCSE" userId="48e8cdf9-ec6e-423c-a6b7-93180a25bc71" providerId="ADAL" clId="{76F49C86-1800-4B1A-BA01-DA5B8E70491A}" dt="2021-09-27T08:58:00.652" v="157" actId="1076"/>
          <ac:spMkLst>
            <pc:docMk/>
            <pc:sldMk cId="0" sldId="257"/>
            <ac:spMk id="86" creationId="{00000000-0000-0000-0000-000000000000}"/>
          </ac:spMkLst>
        </pc:spChg>
        <pc:spChg chg="mod">
          <ac:chgData name="Ali Shaukat Lecturer FCSE" userId="48e8cdf9-ec6e-423c-a6b7-93180a25bc71" providerId="ADAL" clId="{76F49C86-1800-4B1A-BA01-DA5B8E70491A}" dt="2021-09-27T08:55:48.931" v="110" actId="20577"/>
          <ac:spMkLst>
            <pc:docMk/>
            <pc:sldMk cId="0" sldId="257"/>
            <ac:spMk id="87" creationId="{00000000-0000-0000-0000-000000000000}"/>
          </ac:spMkLst>
        </pc:spChg>
      </pc:sldChg>
      <pc:sldChg chg="modSp new mod">
        <pc:chgData name="Ali Shaukat Lecturer FCSE" userId="48e8cdf9-ec6e-423c-a6b7-93180a25bc71" providerId="ADAL" clId="{76F49C86-1800-4B1A-BA01-DA5B8E70491A}" dt="2021-09-27T10:00:21.735" v="1128"/>
        <pc:sldMkLst>
          <pc:docMk/>
          <pc:sldMk cId="3406228337" sldId="258"/>
        </pc:sldMkLst>
        <pc:spChg chg="mod">
          <ac:chgData name="Ali Shaukat Lecturer FCSE" userId="48e8cdf9-ec6e-423c-a6b7-93180a25bc71" providerId="ADAL" clId="{76F49C86-1800-4B1A-BA01-DA5B8E70491A}" dt="2021-09-27T08:59:34.355" v="197" actId="20577"/>
          <ac:spMkLst>
            <pc:docMk/>
            <pc:sldMk cId="3406228337" sldId="258"/>
            <ac:spMk id="2" creationId="{5754548A-365C-4EA8-8F20-F95588A53F56}"/>
          </ac:spMkLst>
        </pc:spChg>
        <pc:spChg chg="mod">
          <ac:chgData name="Ali Shaukat Lecturer FCSE" userId="48e8cdf9-ec6e-423c-a6b7-93180a25bc71" providerId="ADAL" clId="{76F49C86-1800-4B1A-BA01-DA5B8E70491A}" dt="2021-09-27T10:00:21.735" v="1128"/>
          <ac:spMkLst>
            <pc:docMk/>
            <pc:sldMk cId="3406228337" sldId="258"/>
            <ac:spMk id="3" creationId="{168C8376-EAC6-43A7-9004-3ED6D027F7D6}"/>
          </ac:spMkLst>
        </pc:spChg>
        <pc:spChg chg="mod">
          <ac:chgData name="Ali Shaukat Lecturer FCSE" userId="48e8cdf9-ec6e-423c-a6b7-93180a25bc71" providerId="ADAL" clId="{76F49C86-1800-4B1A-BA01-DA5B8E70491A}" dt="2021-09-27T08:58:49.020" v="165" actId="6549"/>
          <ac:spMkLst>
            <pc:docMk/>
            <pc:sldMk cId="3406228337" sldId="258"/>
            <ac:spMk id="88" creationId="{00000000-0000-0000-0000-000000000000}"/>
          </ac:spMkLst>
        </pc:spChg>
      </pc:sldChg>
      <pc:sldChg chg="modSp add mod ord">
        <pc:chgData name="Ali Shaukat Lecturer FCSE" userId="48e8cdf9-ec6e-423c-a6b7-93180a25bc71" providerId="ADAL" clId="{76F49C86-1800-4B1A-BA01-DA5B8E70491A}" dt="2021-10-03T13:09:14.904" v="1589"/>
        <pc:sldMkLst>
          <pc:docMk/>
          <pc:sldMk cId="768913281" sldId="259"/>
        </pc:sldMkLst>
        <pc:spChg chg="mod">
          <ac:chgData name="Ali Shaukat Lecturer FCSE" userId="48e8cdf9-ec6e-423c-a6b7-93180a25bc71" providerId="ADAL" clId="{76F49C86-1800-4B1A-BA01-DA5B8E70491A}" dt="2021-09-27T09:04:32.480" v="427" actId="20577"/>
          <ac:spMkLst>
            <pc:docMk/>
            <pc:sldMk cId="768913281" sldId="259"/>
            <ac:spMk id="2" creationId="{5754548A-365C-4EA8-8F20-F95588A53F56}"/>
          </ac:spMkLst>
        </pc:spChg>
        <pc:spChg chg="mod">
          <ac:chgData name="Ali Shaukat Lecturer FCSE" userId="48e8cdf9-ec6e-423c-a6b7-93180a25bc71" providerId="ADAL" clId="{76F49C86-1800-4B1A-BA01-DA5B8E70491A}" dt="2021-09-27T10:01:37.413" v="1213" actId="20577"/>
          <ac:spMkLst>
            <pc:docMk/>
            <pc:sldMk cId="768913281" sldId="259"/>
            <ac:spMk id="3" creationId="{168C8376-EAC6-43A7-9004-3ED6D027F7D6}"/>
          </ac:spMkLst>
        </pc:spChg>
      </pc:sldChg>
      <pc:sldChg chg="modSp new del mod">
        <pc:chgData name="Ali Shaukat Lecturer FCSE" userId="48e8cdf9-ec6e-423c-a6b7-93180a25bc71" providerId="ADAL" clId="{76F49C86-1800-4B1A-BA01-DA5B8E70491A}" dt="2021-09-27T09:04:27.384" v="410" actId="47"/>
        <pc:sldMkLst>
          <pc:docMk/>
          <pc:sldMk cId="1010570825" sldId="260"/>
        </pc:sldMkLst>
        <pc:spChg chg="mod">
          <ac:chgData name="Ali Shaukat Lecturer FCSE" userId="48e8cdf9-ec6e-423c-a6b7-93180a25bc71" providerId="ADAL" clId="{76F49C86-1800-4B1A-BA01-DA5B8E70491A}" dt="2021-09-27T09:00:49.215" v="239" actId="404"/>
          <ac:spMkLst>
            <pc:docMk/>
            <pc:sldMk cId="1010570825" sldId="260"/>
            <ac:spMk id="2" creationId="{466ECDC7-F2DF-4FD4-A8A7-767602472AA5}"/>
          </ac:spMkLst>
        </pc:spChg>
        <pc:spChg chg="mod">
          <ac:chgData name="Ali Shaukat Lecturer FCSE" userId="48e8cdf9-ec6e-423c-a6b7-93180a25bc71" providerId="ADAL" clId="{76F49C86-1800-4B1A-BA01-DA5B8E70491A}" dt="2021-09-27T09:01:15.240" v="262" actId="20577"/>
          <ac:spMkLst>
            <pc:docMk/>
            <pc:sldMk cId="1010570825" sldId="260"/>
            <ac:spMk id="3" creationId="{A6EA2134-004D-4FC9-8E61-D6A75DCA40DA}"/>
          </ac:spMkLst>
        </pc:spChg>
      </pc:sldChg>
      <pc:sldChg chg="modSp add mod">
        <pc:chgData name="Ali Shaukat Lecturer FCSE" userId="48e8cdf9-ec6e-423c-a6b7-93180a25bc71" providerId="ADAL" clId="{76F49C86-1800-4B1A-BA01-DA5B8E70491A}" dt="2021-09-27T09:55:02.959" v="1035" actId="20577"/>
        <pc:sldMkLst>
          <pc:docMk/>
          <pc:sldMk cId="1105910275" sldId="261"/>
        </pc:sldMkLst>
        <pc:spChg chg="mod">
          <ac:chgData name="Ali Shaukat Lecturer FCSE" userId="48e8cdf9-ec6e-423c-a6b7-93180a25bc71" providerId="ADAL" clId="{76F49C86-1800-4B1A-BA01-DA5B8E70491A}" dt="2021-09-27T09:01:53.881" v="273" actId="20577"/>
          <ac:spMkLst>
            <pc:docMk/>
            <pc:sldMk cId="1105910275" sldId="261"/>
            <ac:spMk id="2" creationId="{5754548A-365C-4EA8-8F20-F95588A53F56}"/>
          </ac:spMkLst>
        </pc:spChg>
        <pc:spChg chg="mod">
          <ac:chgData name="Ali Shaukat Lecturer FCSE" userId="48e8cdf9-ec6e-423c-a6b7-93180a25bc71" providerId="ADAL" clId="{76F49C86-1800-4B1A-BA01-DA5B8E70491A}" dt="2021-09-27T09:55:02.959" v="1035" actId="20577"/>
          <ac:spMkLst>
            <pc:docMk/>
            <pc:sldMk cId="1105910275" sldId="261"/>
            <ac:spMk id="3" creationId="{168C8376-EAC6-43A7-9004-3ED6D027F7D6}"/>
          </ac:spMkLst>
        </pc:spChg>
      </pc:sldChg>
      <pc:sldChg chg="addSp delSp modSp new mod">
        <pc:chgData name="Ali Shaukat Lecturer FCSE" userId="48e8cdf9-ec6e-423c-a6b7-93180a25bc71" providerId="ADAL" clId="{76F49C86-1800-4B1A-BA01-DA5B8E70491A}" dt="2021-10-03T13:09:00.592" v="1585" actId="14734"/>
        <pc:sldMkLst>
          <pc:docMk/>
          <pc:sldMk cId="3445406530" sldId="262"/>
        </pc:sldMkLst>
        <pc:spChg chg="mod">
          <ac:chgData name="Ali Shaukat Lecturer FCSE" userId="48e8cdf9-ec6e-423c-a6b7-93180a25bc71" providerId="ADAL" clId="{76F49C86-1800-4B1A-BA01-DA5B8E70491A}" dt="2021-09-27T09:14:39.847" v="592" actId="122"/>
          <ac:spMkLst>
            <pc:docMk/>
            <pc:sldMk cId="3445406530" sldId="262"/>
            <ac:spMk id="2" creationId="{8AF56869-F243-4FF9-84B3-DCAAE44008DD}"/>
          </ac:spMkLst>
        </pc:spChg>
        <pc:spChg chg="del">
          <ac:chgData name="Ali Shaukat Lecturer FCSE" userId="48e8cdf9-ec6e-423c-a6b7-93180a25bc71" providerId="ADAL" clId="{76F49C86-1800-4B1A-BA01-DA5B8E70491A}" dt="2021-09-27T09:14:31.138" v="588" actId="478"/>
          <ac:spMkLst>
            <pc:docMk/>
            <pc:sldMk cId="3445406530" sldId="262"/>
            <ac:spMk id="3" creationId="{1559DFC5-43C2-4B19-BA99-A41E4A07D0C6}"/>
          </ac:spMkLst>
        </pc:spChg>
        <pc:spChg chg="add del">
          <ac:chgData name="Ali Shaukat Lecturer FCSE" userId="48e8cdf9-ec6e-423c-a6b7-93180a25bc71" providerId="ADAL" clId="{76F49C86-1800-4B1A-BA01-DA5B8E70491A}" dt="2021-09-27T09:38:49.040" v="644" actId="22"/>
          <ac:spMkLst>
            <pc:docMk/>
            <pc:sldMk cId="3445406530" sldId="262"/>
            <ac:spMk id="10" creationId="{BCB06B23-F3AF-4138-890A-626A3D7AA311}"/>
          </ac:spMkLst>
        </pc:spChg>
        <pc:graphicFrameChg chg="add del mod">
          <ac:chgData name="Ali Shaukat Lecturer FCSE" userId="48e8cdf9-ec6e-423c-a6b7-93180a25bc71" providerId="ADAL" clId="{76F49C86-1800-4B1A-BA01-DA5B8E70491A}" dt="2021-09-27T09:14:17.423" v="585"/>
          <ac:graphicFrameMkLst>
            <pc:docMk/>
            <pc:sldMk cId="3445406530" sldId="262"/>
            <ac:graphicFrameMk id="4" creationId="{194D6BD9-B624-4FF1-97CD-47AFFA9139E4}"/>
          </ac:graphicFrameMkLst>
        </pc:graphicFrameChg>
        <pc:graphicFrameChg chg="add del mod">
          <ac:chgData name="Ali Shaukat Lecturer FCSE" userId="48e8cdf9-ec6e-423c-a6b7-93180a25bc71" providerId="ADAL" clId="{76F49C86-1800-4B1A-BA01-DA5B8E70491A}" dt="2021-09-27T09:14:26.857" v="587"/>
          <ac:graphicFrameMkLst>
            <pc:docMk/>
            <pc:sldMk cId="3445406530" sldId="262"/>
            <ac:graphicFrameMk id="5" creationId="{250B7CF3-325D-4B67-89D5-9E6B1ACBBBFC}"/>
          </ac:graphicFrameMkLst>
        </pc:graphicFrameChg>
        <pc:graphicFrameChg chg="add del mod modGraphic">
          <ac:chgData name="Ali Shaukat Lecturer FCSE" userId="48e8cdf9-ec6e-423c-a6b7-93180a25bc71" providerId="ADAL" clId="{76F49C86-1800-4B1A-BA01-DA5B8E70491A}" dt="2021-09-27T09:31:18.210" v="606" actId="478"/>
          <ac:graphicFrameMkLst>
            <pc:docMk/>
            <pc:sldMk cId="3445406530" sldId="262"/>
            <ac:graphicFrameMk id="6" creationId="{D2ED1F2C-974F-490D-A0D6-C975106ACD7D}"/>
          </ac:graphicFrameMkLst>
        </pc:graphicFrameChg>
        <pc:graphicFrameChg chg="add del mod modGraphic">
          <ac:chgData name="Ali Shaukat Lecturer FCSE" userId="48e8cdf9-ec6e-423c-a6b7-93180a25bc71" providerId="ADAL" clId="{76F49C86-1800-4B1A-BA01-DA5B8E70491A}" dt="2021-09-27T09:38:31.084" v="637" actId="478"/>
          <ac:graphicFrameMkLst>
            <pc:docMk/>
            <pc:sldMk cId="3445406530" sldId="262"/>
            <ac:graphicFrameMk id="7" creationId="{C6253140-2523-48B3-98A4-BF52599680CE}"/>
          </ac:graphicFrameMkLst>
        </pc:graphicFrameChg>
        <pc:graphicFrameChg chg="add del mod">
          <ac:chgData name="Ali Shaukat Lecturer FCSE" userId="48e8cdf9-ec6e-423c-a6b7-93180a25bc71" providerId="ADAL" clId="{76F49C86-1800-4B1A-BA01-DA5B8E70491A}" dt="2021-09-27T09:38:47.115" v="641"/>
          <ac:graphicFrameMkLst>
            <pc:docMk/>
            <pc:sldMk cId="3445406530" sldId="262"/>
            <ac:graphicFrameMk id="8" creationId="{0A8AC15E-1375-483F-AD6E-70C36B4FC952}"/>
          </ac:graphicFrameMkLst>
        </pc:graphicFrameChg>
        <pc:graphicFrameChg chg="add mod modGraphic">
          <ac:chgData name="Ali Shaukat Lecturer FCSE" userId="48e8cdf9-ec6e-423c-a6b7-93180a25bc71" providerId="ADAL" clId="{76F49C86-1800-4B1A-BA01-DA5B8E70491A}" dt="2021-10-03T13:09:00.592" v="1585" actId="14734"/>
          <ac:graphicFrameMkLst>
            <pc:docMk/>
            <pc:sldMk cId="3445406530" sldId="262"/>
            <ac:graphicFrameMk id="11" creationId="{D5E2B7D4-FEFC-4EC9-9C47-1E1244C24FC6}"/>
          </ac:graphicFrameMkLst>
        </pc:graphicFrameChg>
        <pc:graphicFrameChg chg="add del mod">
          <ac:chgData name="Ali Shaukat Lecturer FCSE" userId="48e8cdf9-ec6e-423c-a6b7-93180a25bc71" providerId="ADAL" clId="{76F49C86-1800-4B1A-BA01-DA5B8E70491A}" dt="2021-09-27T09:38:53.212" v="647"/>
          <ac:graphicFrameMkLst>
            <pc:docMk/>
            <pc:sldMk cId="3445406530" sldId="262"/>
            <ac:graphicFrameMk id="12" creationId="{C6C74329-BC07-4615-847F-556F207332CD}"/>
          </ac:graphicFrameMkLst>
        </pc:graphicFrameChg>
      </pc:sldChg>
      <pc:sldChg chg="modSp add mod ord">
        <pc:chgData name="Ali Shaukat Lecturer FCSE" userId="48e8cdf9-ec6e-423c-a6b7-93180a25bc71" providerId="ADAL" clId="{76F49C86-1800-4B1A-BA01-DA5B8E70491A}" dt="2021-10-03T13:05:58.204" v="1556" actId="20577"/>
        <pc:sldMkLst>
          <pc:docMk/>
          <pc:sldMk cId="677270961" sldId="263"/>
        </pc:sldMkLst>
        <pc:spChg chg="mod">
          <ac:chgData name="Ali Shaukat Lecturer FCSE" userId="48e8cdf9-ec6e-423c-a6b7-93180a25bc71" providerId="ADAL" clId="{76F49C86-1800-4B1A-BA01-DA5B8E70491A}" dt="2021-09-27T09:51:15.757" v="877" actId="20577"/>
          <ac:spMkLst>
            <pc:docMk/>
            <pc:sldMk cId="677270961" sldId="263"/>
            <ac:spMk id="2" creationId="{5754548A-365C-4EA8-8F20-F95588A53F56}"/>
          </ac:spMkLst>
        </pc:spChg>
        <pc:spChg chg="mod">
          <ac:chgData name="Ali Shaukat Lecturer FCSE" userId="48e8cdf9-ec6e-423c-a6b7-93180a25bc71" providerId="ADAL" clId="{76F49C86-1800-4B1A-BA01-DA5B8E70491A}" dt="2021-10-03T13:05:58.204" v="1556" actId="20577"/>
          <ac:spMkLst>
            <pc:docMk/>
            <pc:sldMk cId="677270961" sldId="263"/>
            <ac:spMk id="3" creationId="{168C8376-EAC6-43A7-9004-3ED6D027F7D6}"/>
          </ac:spMkLst>
        </pc:spChg>
      </pc:sldChg>
      <pc:sldChg chg="modSp add del mod">
        <pc:chgData name="Ali Shaukat Lecturer FCSE" userId="48e8cdf9-ec6e-423c-a6b7-93180a25bc71" providerId="ADAL" clId="{76F49C86-1800-4B1A-BA01-DA5B8E70491A}" dt="2021-09-27T10:00:52.033" v="1129" actId="47"/>
        <pc:sldMkLst>
          <pc:docMk/>
          <pc:sldMk cId="82072671" sldId="264"/>
        </pc:sldMkLst>
        <pc:spChg chg="mod">
          <ac:chgData name="Ali Shaukat Lecturer FCSE" userId="48e8cdf9-ec6e-423c-a6b7-93180a25bc71" providerId="ADAL" clId="{76F49C86-1800-4B1A-BA01-DA5B8E70491A}" dt="2021-09-27T09:57:49.978" v="1055" actId="20577"/>
          <ac:spMkLst>
            <pc:docMk/>
            <pc:sldMk cId="82072671" sldId="264"/>
            <ac:spMk id="2" creationId="{5754548A-365C-4EA8-8F20-F95588A53F56}"/>
          </ac:spMkLst>
        </pc:spChg>
        <pc:spChg chg="mod">
          <ac:chgData name="Ali Shaukat Lecturer FCSE" userId="48e8cdf9-ec6e-423c-a6b7-93180a25bc71" providerId="ADAL" clId="{76F49C86-1800-4B1A-BA01-DA5B8E70491A}" dt="2021-09-27T10:00:13.901" v="1127" actId="20577"/>
          <ac:spMkLst>
            <pc:docMk/>
            <pc:sldMk cId="82072671" sldId="264"/>
            <ac:spMk id="3" creationId="{168C8376-EAC6-43A7-9004-3ED6D027F7D6}"/>
          </ac:spMkLst>
        </pc:spChg>
      </pc:sldChg>
      <pc:sldChg chg="modSp add del mod">
        <pc:chgData name="Ali Shaukat Lecturer FCSE" userId="48e8cdf9-ec6e-423c-a6b7-93180a25bc71" providerId="ADAL" clId="{76F49C86-1800-4B1A-BA01-DA5B8E70491A}" dt="2021-09-27T09:54:05.810" v="1031" actId="47"/>
        <pc:sldMkLst>
          <pc:docMk/>
          <pc:sldMk cId="3126327364" sldId="264"/>
        </pc:sldMkLst>
        <pc:spChg chg="mod">
          <ac:chgData name="Ali Shaukat Lecturer FCSE" userId="48e8cdf9-ec6e-423c-a6b7-93180a25bc71" providerId="ADAL" clId="{76F49C86-1800-4B1A-BA01-DA5B8E70491A}" dt="2021-09-27T09:52:56.110" v="978" actId="20577"/>
          <ac:spMkLst>
            <pc:docMk/>
            <pc:sldMk cId="3126327364" sldId="264"/>
            <ac:spMk id="3" creationId="{168C8376-EAC6-43A7-9004-3ED6D027F7D6}"/>
          </ac:spMkLst>
        </pc:spChg>
      </pc:sldChg>
      <pc:sldChg chg="new del">
        <pc:chgData name="Ali Shaukat Lecturer FCSE" userId="48e8cdf9-ec6e-423c-a6b7-93180a25bc71" providerId="ADAL" clId="{76F49C86-1800-4B1A-BA01-DA5B8E70491A}" dt="2021-10-03T13:01:17.490" v="1263" actId="47"/>
        <pc:sldMkLst>
          <pc:docMk/>
          <pc:sldMk cId="4219785708" sldId="264"/>
        </pc:sldMkLst>
      </pc:sldChg>
      <pc:sldChg chg="modSp new del mod">
        <pc:chgData name="Ali Shaukat Lecturer FCSE" userId="48e8cdf9-ec6e-423c-a6b7-93180a25bc71" providerId="ADAL" clId="{76F49C86-1800-4B1A-BA01-DA5B8E70491A}" dt="2021-10-03T13:02:19.039" v="1397" actId="47"/>
        <pc:sldMkLst>
          <pc:docMk/>
          <pc:sldMk cId="2713528861" sldId="265"/>
        </pc:sldMkLst>
        <pc:spChg chg="mod">
          <ac:chgData name="Ali Shaukat Lecturer FCSE" userId="48e8cdf9-ec6e-423c-a6b7-93180a25bc71" providerId="ADAL" clId="{76F49C86-1800-4B1A-BA01-DA5B8E70491A}" dt="2021-10-03T13:01:02.150" v="1219" actId="27636"/>
          <ac:spMkLst>
            <pc:docMk/>
            <pc:sldMk cId="2713528861" sldId="265"/>
            <ac:spMk id="2" creationId="{1709B303-B73E-48B4-BF04-282F3B273401}"/>
          </ac:spMkLst>
        </pc:spChg>
        <pc:spChg chg="mod">
          <ac:chgData name="Ali Shaukat Lecturer FCSE" userId="48e8cdf9-ec6e-423c-a6b7-93180a25bc71" providerId="ADAL" clId="{76F49C86-1800-4B1A-BA01-DA5B8E70491A}" dt="2021-10-03T13:01:12.682" v="1262" actId="20577"/>
          <ac:spMkLst>
            <pc:docMk/>
            <pc:sldMk cId="2713528861" sldId="265"/>
            <ac:spMk id="3" creationId="{EB73C061-46C1-4FC4-9F1C-E9355361D9D4}"/>
          </ac:spMkLst>
        </pc:spChg>
      </pc:sldChg>
      <pc:sldChg chg="modSp add mod">
        <pc:chgData name="Ali Shaukat Lecturer FCSE" userId="48e8cdf9-ec6e-423c-a6b7-93180a25bc71" providerId="ADAL" clId="{76F49C86-1800-4B1A-BA01-DA5B8E70491A}" dt="2021-10-03T13:02:10.559" v="1396" actId="20577"/>
        <pc:sldMkLst>
          <pc:docMk/>
          <pc:sldMk cId="977906843" sldId="266"/>
        </pc:sldMkLst>
        <pc:spChg chg="mod">
          <ac:chgData name="Ali Shaukat Lecturer FCSE" userId="48e8cdf9-ec6e-423c-a6b7-93180a25bc71" providerId="ADAL" clId="{76F49C86-1800-4B1A-BA01-DA5B8E70491A}" dt="2021-10-03T13:02:10.559" v="1396" actId="20577"/>
          <ac:spMkLst>
            <pc:docMk/>
            <pc:sldMk cId="977906843" sldId="266"/>
            <ac:spMk id="3" creationId="{EB73C061-46C1-4FC4-9F1C-E9355361D9D4}"/>
          </ac:spMkLst>
        </pc:spChg>
      </pc:sldChg>
      <pc:sldChg chg="modSp add mod ord">
        <pc:chgData name="Ali Shaukat Lecturer FCSE" userId="48e8cdf9-ec6e-423c-a6b7-93180a25bc71" providerId="ADAL" clId="{76F49C86-1800-4B1A-BA01-DA5B8E70491A}" dt="2021-10-03T13:04:59.271" v="1435" actId="20577"/>
        <pc:sldMkLst>
          <pc:docMk/>
          <pc:sldMk cId="3514608436" sldId="267"/>
        </pc:sldMkLst>
        <pc:spChg chg="mod">
          <ac:chgData name="Ali Shaukat Lecturer FCSE" userId="48e8cdf9-ec6e-423c-a6b7-93180a25bc71" providerId="ADAL" clId="{76F49C86-1800-4B1A-BA01-DA5B8E70491A}" dt="2021-10-03T13:04:59.271" v="1435" actId="20577"/>
          <ac:spMkLst>
            <pc:docMk/>
            <pc:sldMk cId="3514608436" sldId="267"/>
            <ac:spMk id="2" creationId="{1709B303-B73E-48B4-BF04-282F3B273401}"/>
          </ac:spMkLst>
        </pc:spChg>
      </pc:sldChg>
      <pc:sldChg chg="modSp add mod ord">
        <pc:chgData name="Ali Shaukat Lecturer FCSE" userId="48e8cdf9-ec6e-423c-a6b7-93180a25bc71" providerId="ADAL" clId="{76F49C86-1800-4B1A-BA01-DA5B8E70491A}" dt="2021-10-03T13:03:21.065" v="1414" actId="27636"/>
        <pc:sldMkLst>
          <pc:docMk/>
          <pc:sldMk cId="3472507226" sldId="268"/>
        </pc:sldMkLst>
        <pc:spChg chg="mod">
          <ac:chgData name="Ali Shaukat Lecturer FCSE" userId="48e8cdf9-ec6e-423c-a6b7-93180a25bc71" providerId="ADAL" clId="{76F49C86-1800-4B1A-BA01-DA5B8E70491A}" dt="2021-10-03T13:03:21.065" v="1414" actId="27636"/>
          <ac:spMkLst>
            <pc:docMk/>
            <pc:sldMk cId="3472507226" sldId="268"/>
            <ac:spMk id="2" creationId="{1709B303-B73E-48B4-BF04-282F3B273401}"/>
          </ac:spMkLst>
        </pc:spChg>
      </pc:sldChg>
      <pc:sldChg chg="modSp add del mod ord">
        <pc:chgData name="Ali Shaukat Lecturer FCSE" userId="48e8cdf9-ec6e-423c-a6b7-93180a25bc71" providerId="ADAL" clId="{76F49C86-1800-4B1A-BA01-DA5B8E70491A}" dt="2021-10-03T13:05:05.823" v="1437" actId="47"/>
        <pc:sldMkLst>
          <pc:docMk/>
          <pc:sldMk cId="656648196" sldId="269"/>
        </pc:sldMkLst>
        <pc:spChg chg="mod">
          <ac:chgData name="Ali Shaukat Lecturer FCSE" userId="48e8cdf9-ec6e-423c-a6b7-93180a25bc71" providerId="ADAL" clId="{76F49C86-1800-4B1A-BA01-DA5B8E70491A}" dt="2021-10-03T13:03:46.433" v="1419" actId="122"/>
          <ac:spMkLst>
            <pc:docMk/>
            <pc:sldMk cId="656648196" sldId="269"/>
            <ac:spMk id="2" creationId="{1709B303-B73E-48B4-BF04-282F3B273401}"/>
          </ac:spMkLst>
        </pc:spChg>
      </pc:sldChg>
      <pc:sldChg chg="add ord">
        <pc:chgData name="Ali Shaukat Lecturer FCSE" userId="48e8cdf9-ec6e-423c-a6b7-93180a25bc71" providerId="ADAL" clId="{76F49C86-1800-4B1A-BA01-DA5B8E70491A}" dt="2021-10-03T13:09:13.257" v="1587"/>
        <pc:sldMkLst>
          <pc:docMk/>
          <pc:sldMk cId="240380257" sldId="270"/>
        </pc:sldMkLst>
      </pc:sldChg>
      <pc:sldChg chg="modSp add mod ord">
        <pc:chgData name="Ali Shaukat Lecturer FCSE" userId="48e8cdf9-ec6e-423c-a6b7-93180a25bc71" providerId="ADAL" clId="{76F49C86-1800-4B1A-BA01-DA5B8E70491A}" dt="2021-10-03T13:10:04.219" v="1624" actId="20577"/>
        <pc:sldMkLst>
          <pc:docMk/>
          <pc:sldMk cId="637797877" sldId="271"/>
        </pc:sldMkLst>
        <pc:spChg chg="mod">
          <ac:chgData name="Ali Shaukat Lecturer FCSE" userId="48e8cdf9-ec6e-423c-a6b7-93180a25bc71" providerId="ADAL" clId="{76F49C86-1800-4B1A-BA01-DA5B8E70491A}" dt="2021-10-03T13:09:49.290" v="1601" actId="20577"/>
          <ac:spMkLst>
            <pc:docMk/>
            <pc:sldMk cId="637797877" sldId="271"/>
            <ac:spMk id="2" creationId="{5754548A-365C-4EA8-8F20-F95588A53F56}"/>
          </ac:spMkLst>
        </pc:spChg>
        <pc:spChg chg="mod">
          <ac:chgData name="Ali Shaukat Lecturer FCSE" userId="48e8cdf9-ec6e-423c-a6b7-93180a25bc71" providerId="ADAL" clId="{76F49C86-1800-4B1A-BA01-DA5B8E70491A}" dt="2021-10-03T13:10:04.219" v="1624" actId="20577"/>
          <ac:spMkLst>
            <pc:docMk/>
            <pc:sldMk cId="637797877" sldId="271"/>
            <ac:spMk id="3" creationId="{168C8376-EAC6-43A7-9004-3ED6D027F7D6}"/>
          </ac:spMkLst>
        </pc:spChg>
      </pc:sldChg>
      <pc:sldChg chg="modSp add mod ord modClrScheme chgLayout">
        <pc:chgData name="Ali Shaukat Lecturer FCSE" userId="48e8cdf9-ec6e-423c-a6b7-93180a25bc71" providerId="ADAL" clId="{76F49C86-1800-4B1A-BA01-DA5B8E70491A}" dt="2021-10-03T13:09:37.290" v="1594" actId="20577"/>
        <pc:sldMkLst>
          <pc:docMk/>
          <pc:sldMk cId="3273005794" sldId="272"/>
        </pc:sldMkLst>
        <pc:spChg chg="mod ord">
          <ac:chgData name="Ali Shaukat Lecturer FCSE" userId="48e8cdf9-ec6e-423c-a6b7-93180a25bc71" providerId="ADAL" clId="{76F49C86-1800-4B1A-BA01-DA5B8E70491A}" dt="2021-10-03T13:09:37.290" v="1594" actId="20577"/>
          <ac:spMkLst>
            <pc:docMk/>
            <pc:sldMk cId="3273005794" sldId="272"/>
            <ac:spMk id="2" creationId="{1709B303-B73E-48B4-BF04-282F3B273401}"/>
          </ac:spMkLst>
        </pc:spChg>
        <pc:spChg chg="mod ord">
          <ac:chgData name="Ali Shaukat Lecturer FCSE" userId="48e8cdf9-ec6e-423c-a6b7-93180a25bc71" providerId="ADAL" clId="{76F49C86-1800-4B1A-BA01-DA5B8E70491A}" dt="2021-10-03T13:06:48.784" v="1564" actId="700"/>
          <ac:spMkLst>
            <pc:docMk/>
            <pc:sldMk cId="3273005794" sldId="272"/>
            <ac:spMk id="3" creationId="{EB73C061-46C1-4FC4-9F1C-E9355361D9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CC6E1-897F-42DA-B491-5D066CD01FFE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4284D-4D65-4143-95E1-80D7B46A2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6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These slides just offer a template.  You may change the color scheme and arrangement of items.  However, the information contained on each slide should be what is mentioned.    </a:t>
            </a:r>
          </a:p>
          <a:p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Once the proposal is accepted/modified,  students will be asked to submit a detailed proposal/vision document as per requirements.</a:t>
            </a:r>
          </a:p>
        </p:txBody>
      </p:sp>
      <p:sp>
        <p:nvSpPr>
          <p:cNvPr id="93" name="TextShape 2"/>
          <p:cNvSpPr txBox="1"/>
          <p:nvPr/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86882225-4FF2-4B32-B958-E4CB62F64462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4721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84284D-4D65-4143-95E1-80D7B46A27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89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84284D-4D65-4143-95E1-80D7B46A271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07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8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0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9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4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4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0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9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0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0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0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6327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03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4384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92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45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14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600" y="274680"/>
            <a:ext cx="109723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600" y="1600200"/>
            <a:ext cx="1097232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629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EA984-C441-4AA1-B65C-1F488C90E2A5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178E13-F366-417E-8D8D-17AB22CBD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9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2482516" y="3832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Remote G Proctor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4" name="TextShape 2"/>
          <p:cNvSpPr txBox="1"/>
          <p:nvPr/>
        </p:nvSpPr>
        <p:spPr>
          <a:xfrm>
            <a:off x="2209800" y="1817054"/>
            <a:ext cx="6400440" cy="405171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Team Members: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2019293 Mr. Muhammad Ameer Hamza Shah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2019144 Mr. Hamid Ali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2019235 Mr. </a:t>
            </a:r>
            <a:r>
              <a:rPr lang="en-US" sz="2400" spc="-1" dirty="0" err="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Mian</a:t>
            </a: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Ali shah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/>
            </a:r>
            <a:b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Supervisor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Mr. Ali </a:t>
            </a:r>
            <a:r>
              <a:rPr lang="en-US" sz="2400" spc="-1" dirty="0" err="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Shoukat</a:t>
            </a: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/>
            </a:r>
            <a:b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/>
            </a:r>
            <a:b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Co-supervisor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Mr. Muhammad </a:t>
            </a:r>
            <a:r>
              <a:rPr lang="en-US" sz="2400" spc="-1" dirty="0" err="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Mohsin</a:t>
            </a: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10126219" y="383220"/>
            <a:ext cx="160452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University Logo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CustomShape 4"/>
          <p:cNvSpPr/>
          <p:nvPr/>
        </p:nvSpPr>
        <p:spPr>
          <a:xfrm>
            <a:off x="301314" y="383220"/>
            <a:ext cx="22413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Sponsor logo (if any)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7" name="CustomShape 5"/>
          <p:cNvSpPr/>
          <p:nvPr/>
        </p:nvSpPr>
        <p:spPr>
          <a:xfrm>
            <a:off x="2209800" y="6051960"/>
            <a:ext cx="777204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Faculty of Computer Sciences and Engineering</a:t>
            </a:r>
            <a:b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</a:b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Ghulam </a:t>
            </a:r>
            <a:r>
              <a:rPr lang="en-US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Ishaq</a:t>
            </a:r>
            <a:r>
              <a:rPr lang="en-US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Khan Institute of Engineering Sciences and Technology, Pakistan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D5E2B7D4-FEFC-4EC9-9C47-1E1244C24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10979"/>
              </p:ext>
            </p:extLst>
          </p:nvPr>
        </p:nvGraphicFramePr>
        <p:xfrm>
          <a:off x="1867995" y="1570305"/>
          <a:ext cx="8456009" cy="37624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553234">
                  <a:extLst>
                    <a:ext uri="{9D8B030D-6E8A-4147-A177-3AD203B41FA5}">
                      <a16:colId xmlns:a16="http://schemas.microsoft.com/office/drawing/2014/main" xmlns="" val="838478164"/>
                    </a:ext>
                  </a:extLst>
                </a:gridCol>
                <a:gridCol w="780555">
                  <a:extLst>
                    <a:ext uri="{9D8B030D-6E8A-4147-A177-3AD203B41FA5}">
                      <a16:colId xmlns:a16="http://schemas.microsoft.com/office/drawing/2014/main" xmlns="" val="2847325720"/>
                    </a:ext>
                  </a:extLst>
                </a:gridCol>
                <a:gridCol w="780555">
                  <a:extLst>
                    <a:ext uri="{9D8B030D-6E8A-4147-A177-3AD203B41FA5}">
                      <a16:colId xmlns:a16="http://schemas.microsoft.com/office/drawing/2014/main" xmlns="" val="1080956892"/>
                    </a:ext>
                  </a:extLst>
                </a:gridCol>
                <a:gridCol w="780555">
                  <a:extLst>
                    <a:ext uri="{9D8B030D-6E8A-4147-A177-3AD203B41FA5}">
                      <a16:colId xmlns:a16="http://schemas.microsoft.com/office/drawing/2014/main" xmlns="" val="3208025765"/>
                    </a:ext>
                  </a:extLst>
                </a:gridCol>
                <a:gridCol w="780555">
                  <a:extLst>
                    <a:ext uri="{9D8B030D-6E8A-4147-A177-3AD203B41FA5}">
                      <a16:colId xmlns:a16="http://schemas.microsoft.com/office/drawing/2014/main" xmlns="" val="1963502307"/>
                    </a:ext>
                  </a:extLst>
                </a:gridCol>
                <a:gridCol w="780555">
                  <a:extLst>
                    <a:ext uri="{9D8B030D-6E8A-4147-A177-3AD203B41FA5}">
                      <a16:colId xmlns:a16="http://schemas.microsoft.com/office/drawing/2014/main" xmlns="" val="2704512138"/>
                    </a:ext>
                  </a:extLst>
                </a:gridCol>
              </a:tblGrid>
              <a:tr h="4452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Rubrics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PLO1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PLO2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PLO8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PLO12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Marks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77648268"/>
                  </a:ext>
                </a:extLst>
              </a:tr>
              <a:tr h="4452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Problem statement clearly defined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✓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13873708"/>
                  </a:ext>
                </a:extLst>
              </a:tr>
              <a:tr h="4452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Motivation/Justification/Ethical Impact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✓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845061658"/>
                  </a:ext>
                </a:extLst>
              </a:tr>
              <a:tr h="4452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Literature Review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✓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89624271"/>
                  </a:ext>
                </a:extLst>
              </a:tr>
              <a:tr h="5525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In-depth engineering/computing knowledge required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✓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28636211"/>
                  </a:ext>
                </a:extLst>
              </a:tr>
              <a:tr h="14289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Involve at least one of the following attributes: wide-ranging/conﬂicting technical issues, no obvious solution, infrequently encountered issues, diverse groups of stakeholders, or component parts/sub-problems.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3897236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F56869-F243-4FF9-84B3-DCAAE440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Evaluation Criteria of title defense</a:t>
            </a:r>
          </a:p>
        </p:txBody>
      </p:sp>
    </p:spTree>
    <p:extLst>
      <p:ext uri="{BB962C8B-B14F-4D97-AF65-F5344CB8AC3E}">
        <p14:creationId xmlns:p14="http://schemas.microsoft.com/office/powerpoint/2010/main" val="344540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09B303-B73E-48B4-BF04-282F3B273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513" y="2088011"/>
            <a:ext cx="7766936" cy="1646302"/>
          </a:xfrm>
        </p:spPr>
        <p:txBody>
          <a:bodyPr>
            <a:normAutofit/>
          </a:bodyPr>
          <a:lstStyle/>
          <a:p>
            <a:r>
              <a:rPr lang="en-US" sz="6000" u="none" strike="noStrike" dirty="0">
                <a:effectLst/>
              </a:rPr>
              <a:t>Problem statement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B73C061-46C1-4FC4-9F1C-E9355361D9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90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8C8376-EAC6-43A7-9004-3ED6D027F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19"/>
            <a:ext cx="10187354" cy="106105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</a:t>
            </a:r>
            <a:r>
              <a:rPr lang="en-US" sz="1400" dirty="0"/>
              <a:t> Problem statement:  </a:t>
            </a:r>
          </a:p>
          <a:p>
            <a:r>
              <a:rPr lang="en-US" sz="1400" dirty="0"/>
              <a:t>Distant proctoring is the need for the hour in the digital era.</a:t>
            </a:r>
          </a:p>
          <a:p>
            <a:r>
              <a:rPr lang="en-US" sz="1400" dirty="0"/>
              <a:t> Education institutes need to explore technology to continue their critical academic process of exams.</a:t>
            </a:r>
          </a:p>
          <a:p>
            <a:r>
              <a:rPr lang="en-US" sz="1400" dirty="0"/>
              <a:t>The Remote G Proctor that we are developing has the ability to intelligently and efficiently proctor online examinations.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</a:t>
            </a:r>
            <a:r>
              <a:rPr lang="en-US" sz="1400" dirty="0"/>
              <a:t>Type of project (Software, Hardware, Research or Combination)</a:t>
            </a:r>
          </a:p>
          <a:p>
            <a:endParaRPr lang="en-US" sz="1400" dirty="0"/>
          </a:p>
          <a:p>
            <a:r>
              <a:rPr lang="en-US" sz="1400" dirty="0"/>
              <a:t>This is a software-based project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ym typeface="Wingdings" panose="05000000000000000000" pitchFamily="2" charset="2"/>
              </a:rPr>
              <a:t></a:t>
            </a:r>
            <a:r>
              <a:rPr lang="en-US" sz="1400" dirty="0"/>
              <a:t>List of proposed features</a:t>
            </a:r>
          </a:p>
          <a:p>
            <a:r>
              <a:rPr lang="en-US" sz="1400" dirty="0"/>
              <a:t> 1)Face spoofing </a:t>
            </a:r>
          </a:p>
          <a:p>
            <a:r>
              <a:rPr lang="en-US" sz="1400" dirty="0"/>
              <a:t>2) Eye tracking </a:t>
            </a:r>
          </a:p>
          <a:p>
            <a:r>
              <a:rPr lang="en-US" sz="1400" dirty="0"/>
              <a:t>3) Mouth opening detection</a:t>
            </a:r>
          </a:p>
          <a:p>
            <a:r>
              <a:rPr lang="en-US" sz="1400" dirty="0"/>
              <a:t>4) person counting and  Mobile phone detection</a:t>
            </a:r>
          </a:p>
          <a:p>
            <a:r>
              <a:rPr lang="en-US" sz="1400" dirty="0"/>
              <a:t>5)Bluetooth devices detection ( projector,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r>
              <a:rPr lang="en-US" sz="1400" dirty="0"/>
              <a:t>6) Audio detector</a:t>
            </a:r>
          </a:p>
          <a:p>
            <a:r>
              <a:rPr lang="en-US" sz="1400" dirty="0"/>
              <a:t>7) Keyboard typing detection</a:t>
            </a:r>
          </a:p>
          <a:p>
            <a:r>
              <a:rPr lang="en-US" sz="1400" dirty="0"/>
              <a:t>8) MAC address validation</a:t>
            </a:r>
          </a:p>
          <a:p>
            <a:r>
              <a:rPr lang="en-US" sz="1400" dirty="0"/>
              <a:t>9) Large question bank</a:t>
            </a:r>
          </a:p>
          <a:p>
            <a:r>
              <a:rPr lang="en-US" sz="1400" dirty="0"/>
              <a:t>10) Ability to import/export questions</a:t>
            </a:r>
          </a:p>
        </p:txBody>
      </p:sp>
    </p:spTree>
    <p:extLst>
      <p:ext uri="{BB962C8B-B14F-4D97-AF65-F5344CB8AC3E}">
        <p14:creationId xmlns:p14="http://schemas.microsoft.com/office/powerpoint/2010/main" val="305367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09B303-B73E-48B4-BF04-282F3B273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b"/>
            <a:r>
              <a:rPr lang="en-US" sz="6000" u="none" strike="noStrike" dirty="0">
                <a:effectLst/>
              </a:rPr>
              <a:t>Motivation/Justification/ Ethical Impact</a:t>
            </a:r>
            <a:endParaRPr lang="en-US" sz="6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B73C061-46C1-4FC4-9F1C-E9355361D9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60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8C8376-EAC6-43A7-9004-3ED6D027F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"/>
            <a:ext cx="8596668" cy="6041362"/>
          </a:xfrm>
        </p:spPr>
        <p:txBody>
          <a:bodyPr>
            <a:no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sz="1400" dirty="0">
                <a:sym typeface="Wingdings" panose="05000000000000000000" pitchFamily="2" charset="2"/>
              </a:rPr>
              <a:t> </a:t>
            </a:r>
            <a:r>
              <a:rPr lang="en-US" sz="1400" dirty="0"/>
              <a:t>Motivation for the project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/>
              <a:t>The Key advantages of the distant online entrance exam is the convenience of administration.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/>
              <a:t> It saves the administrator a lot of time.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/>
              <a:t>Candidates do not have to waste time walking from one location to another to complete their examination.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/>
              <a:t> The results are much quicker, as the software can mark and present the results for the candidates</a:t>
            </a:r>
          </a:p>
          <a:p>
            <a:endParaRPr lang="en-US" sz="1400" dirty="0"/>
          </a:p>
          <a:p>
            <a:pPr marL="400050" indent="-400050">
              <a:buFont typeface="+mj-lt"/>
              <a:buAutoNum type="romanLcPeriod"/>
            </a:pPr>
            <a:r>
              <a:rPr lang="en-US" sz="1400" dirty="0"/>
              <a:t>Justification of the scope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/>
              <a:t>In Pakistan, the number of internet users has nearly quadruple in the past 3 years.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/>
              <a:t> According to researchers, 37 % of students preferred remotely instruction, compared to 9%  who prefer a hybrid model and 54 % who reported they'd rather learn in person.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/>
              <a:t>This proved to be a windfall for academics as many students could continue their education remote via internet.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/>
              <a:t>This also facilitated examinations to go online which brought the concept of online proctoring at the academic level.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 err="1"/>
              <a:t>Aproctored</a:t>
            </a:r>
            <a:r>
              <a:rPr lang="en-US" sz="1400" dirty="0"/>
              <a:t> exam allows the invigilators to invigilate remotely.</a:t>
            </a:r>
          </a:p>
          <a:p>
            <a:endParaRPr lang="en-US" sz="1400" dirty="0"/>
          </a:p>
          <a:p>
            <a:r>
              <a:rPr lang="en-US" sz="1400" dirty="0"/>
              <a:t>Ethical impact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>
                <a:sym typeface="Wingdings" panose="05000000000000000000" pitchFamily="2" charset="2"/>
              </a:rPr>
              <a:t>The ability to efficiently proctor remote online examinations is an important limiting factor to the scalability of this next stage in education. 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91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09B303-B73E-48B4-BF04-282F3B273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28600"/>
            <a:ext cx="5386102" cy="633046"/>
          </a:xfrm>
        </p:spPr>
        <p:txBody>
          <a:bodyPr>
            <a:normAutofit/>
          </a:bodyPr>
          <a:lstStyle/>
          <a:p>
            <a:pPr fontAlgn="b"/>
            <a:r>
              <a:rPr lang="en-US" sz="3200" u="none" strike="noStrike" dirty="0">
                <a:effectLst/>
              </a:rPr>
              <a:t>Literature Review </a:t>
            </a:r>
            <a:endParaRPr lang="en-US" sz="3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B73C061-46C1-4FC4-9F1C-E9355361D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775" y="1019908"/>
            <a:ext cx="7766936" cy="4004735"/>
          </a:xfrm>
        </p:spPr>
        <p:txBody>
          <a:bodyPr>
            <a:noAutofit/>
          </a:bodyPr>
          <a:lstStyle/>
          <a:p>
            <a:pPr marL="400050" indent="-400050" algn="l">
              <a:buFont typeface="+mj-lt"/>
              <a:buAutoNum type="romanLcPeriod"/>
            </a:pPr>
            <a:r>
              <a:rPr lang="en-US" sz="1600" dirty="0" smtClean="0">
                <a:latin typeface="Georgia" panose="02040502050405020303" pitchFamily="18" charset="0"/>
              </a:rPr>
              <a:t>In </a:t>
            </a:r>
            <a:r>
              <a:rPr lang="en-US" sz="1600" dirty="0">
                <a:latin typeface="Georgia" panose="02040502050405020303" pitchFamily="18" charset="0"/>
              </a:rPr>
              <a:t>paper [1] the authors studied the testing pattern grades in four e-campus courses at Troy University with 76 graduate students. </a:t>
            </a:r>
            <a:r>
              <a:rPr lang="en-US" sz="1600" dirty="0">
                <a:latin typeface="Georgia" panose="02040502050405020303" pitchFamily="18" charset="0"/>
              </a:rPr>
              <a:t> </a:t>
            </a:r>
            <a:r>
              <a:rPr lang="en-US" sz="1600" dirty="0" smtClean="0">
                <a:latin typeface="Georgia" panose="02040502050405020303" pitchFamily="18" charset="0"/>
              </a:rPr>
              <a:t>The </a:t>
            </a:r>
            <a:r>
              <a:rPr lang="en-US" sz="1600" dirty="0">
                <a:latin typeface="Georgia" panose="02040502050405020303" pitchFamily="18" charset="0"/>
              </a:rPr>
              <a:t>research found </a:t>
            </a:r>
            <a:r>
              <a:rPr lang="en-US" sz="1600" dirty="0" smtClean="0">
                <a:latin typeface="Georgia" panose="02040502050405020303" pitchFamily="18" charset="0"/>
              </a:rPr>
              <a:t>major </a:t>
            </a:r>
            <a:r>
              <a:rPr lang="en-US" sz="1600" dirty="0">
                <a:latin typeface="Georgia" panose="02040502050405020303" pitchFamily="18" charset="0"/>
              </a:rPr>
              <a:t>differences in average test grade scores </a:t>
            </a:r>
            <a:r>
              <a:rPr lang="en-US" sz="1600" dirty="0" smtClean="0">
                <a:latin typeface="Georgia" panose="02040502050405020303" pitchFamily="18" charset="0"/>
              </a:rPr>
              <a:t>between </a:t>
            </a:r>
            <a:r>
              <a:rPr lang="en-US" sz="1600" dirty="0">
                <a:latin typeface="Georgia" panose="02040502050405020303" pitchFamily="18" charset="0"/>
              </a:rPr>
              <a:t>tests taken remote online without a </a:t>
            </a:r>
            <a:r>
              <a:rPr lang="en-US" sz="1600" dirty="0" smtClean="0">
                <a:latin typeface="Georgia" panose="02040502050405020303" pitchFamily="18" charset="0"/>
              </a:rPr>
              <a:t>proctor and with proctor.</a:t>
            </a:r>
          </a:p>
          <a:p>
            <a:pPr marL="400050" indent="-400050" algn="l">
              <a:buFont typeface="+mj-lt"/>
              <a:buAutoNum type="romanLcPeriod"/>
            </a:pPr>
            <a:endParaRPr lang="en-US" sz="1600" dirty="0">
              <a:latin typeface="Georgia" panose="02040502050405020303" pitchFamily="18" charset="0"/>
            </a:endParaRPr>
          </a:p>
          <a:p>
            <a:pPr marL="400050" indent="-400050" algn="l">
              <a:buFont typeface="+mj-lt"/>
              <a:buAutoNum type="romanLcPeriod"/>
            </a:pPr>
            <a:r>
              <a:rPr lang="en-US" sz="1600" dirty="0">
                <a:latin typeface="Georgia" panose="02040502050405020303" pitchFamily="18" charset="0"/>
              </a:rPr>
              <a:t>In paper [2] To demonstrate and maintain academic integrity, some institutions require proctor supervision of online exams. </a:t>
            </a:r>
            <a:endParaRPr lang="en-US" sz="1600" dirty="0" smtClean="0">
              <a:latin typeface="Georgia" panose="02040502050405020303" pitchFamily="18" charset="0"/>
            </a:endParaRPr>
          </a:p>
          <a:p>
            <a:pPr marL="400050" indent="-400050" algn="l">
              <a:buFont typeface="+mj-lt"/>
              <a:buAutoNum type="romanLcPeriod"/>
            </a:pPr>
            <a:endParaRPr lang="en-US" sz="1600" dirty="0" smtClean="0">
              <a:latin typeface="Georgia" panose="02040502050405020303" pitchFamily="18" charset="0"/>
            </a:endParaRPr>
          </a:p>
          <a:p>
            <a:pPr marL="400050" indent="-400050" algn="l">
              <a:buFont typeface="+mj-lt"/>
              <a:buAutoNum type="romanLcPeriod"/>
            </a:pPr>
            <a:r>
              <a:rPr lang="en-US" sz="1600" dirty="0" smtClean="0">
                <a:latin typeface="Georgia" panose="02040502050405020303" pitchFamily="18" charset="0"/>
              </a:rPr>
              <a:t>In </a:t>
            </a:r>
            <a:r>
              <a:rPr lang="en-US" sz="1600" dirty="0">
                <a:latin typeface="Georgia" panose="02040502050405020303" pitchFamily="18" charset="0"/>
              </a:rPr>
              <a:t>paper [3</a:t>
            </a:r>
            <a:r>
              <a:rPr lang="en-US" sz="1600" dirty="0" smtClean="0">
                <a:latin typeface="Georgia" panose="02040502050405020303" pitchFamily="18" charset="0"/>
              </a:rPr>
              <a:t>] Online education continues to grow, bringing opportunities and challenges for students and instructors. </a:t>
            </a:r>
            <a:r>
              <a:rPr lang="en-US" sz="1600" dirty="0">
                <a:latin typeface="Georgia" panose="02040502050405020303" pitchFamily="18" charset="0"/>
              </a:rPr>
              <a:t>One challenge is the perception that academic integrity associated with online tests is compromised due to undetected cheating that yields artificially higher grades. </a:t>
            </a:r>
          </a:p>
        </p:txBody>
      </p:sp>
    </p:spTree>
    <p:extLst>
      <p:ext uri="{BB962C8B-B14F-4D97-AF65-F5344CB8AC3E}">
        <p14:creationId xmlns:p14="http://schemas.microsoft.com/office/powerpoint/2010/main" val="240380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8C8376-EAC6-43A7-9004-3ED6D027F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75" y="211015"/>
            <a:ext cx="9996131" cy="5830347"/>
          </a:xfrm>
        </p:spPr>
        <p:txBody>
          <a:bodyPr>
            <a:normAutofit/>
          </a:bodyPr>
          <a:lstStyle/>
          <a:p>
            <a:r>
              <a:rPr lang="en-US" dirty="0"/>
              <a:t>Existing systems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make comparison table of existing systems and your proposed system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AutoShape 2" descr="ExamRoom.AI | Pro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ExamRoom.AI | Prov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3" y="698697"/>
            <a:ext cx="2892343" cy="113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sing AutoProctor: Best Practices for Teachers🧑‍🏫 - AutoProct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2429" y="825403"/>
            <a:ext cx="3525558" cy="100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erms of Service | Proctortra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690" y="450133"/>
            <a:ext cx="3121513" cy="137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906197"/>
              </p:ext>
            </p:extLst>
          </p:nvPr>
        </p:nvGraphicFramePr>
        <p:xfrm>
          <a:off x="1213339" y="2935286"/>
          <a:ext cx="8053755" cy="2332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07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107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1075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1075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107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Remote G proctor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Exam Room AI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AutoProctor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Proctor Track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Face spoofing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Mouth opening detection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685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Keyboard typing detection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Audio detector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MAC address validation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 Eye tracking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Ability to import/export questions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Yes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096804"/>
              </p:ext>
            </p:extLst>
          </p:nvPr>
        </p:nvGraphicFramePr>
        <p:xfrm>
          <a:off x="1248508" y="5310553"/>
          <a:ext cx="7983415" cy="14211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66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966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966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9668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9668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81945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Bluetooth devices detection ( projector, </a:t>
                      </a:r>
                      <a:r>
                        <a:rPr lang="en-US" sz="1100" dirty="0" err="1">
                          <a:effectLst/>
                        </a:rPr>
                        <a:t>etc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45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Large question bank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yes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no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no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709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913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09B303-B73E-48B4-BF04-282F3B273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b"/>
            <a:r>
              <a:rPr lang="en-US" dirty="0"/>
              <a:t>In-depth Engineering/ Computing Knowledge</a:t>
            </a:r>
            <a:endParaRPr lang="en-US" sz="6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507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BFCCD2-AEEA-BF9C-B3DD-BCC0729C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&amp; Technology</a:t>
            </a:r>
            <a:endParaRPr lang="x-none" b="1" dirty="0"/>
          </a:p>
        </p:txBody>
      </p:sp>
      <p:pic>
        <p:nvPicPr>
          <p:cNvPr id="21" name="Picture 20" descr="Logo, company name&#10;&#10;Description automatically generated">
            <a:extLst>
              <a:ext uri="{FF2B5EF4-FFF2-40B4-BE49-F238E27FC236}">
                <a16:creationId xmlns:a16="http://schemas.microsoft.com/office/drawing/2014/main" xmlns="" id="{8620F4F9-D46C-7E7D-7EFE-85F0A41CE8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807" y="3495350"/>
            <a:ext cx="3438832" cy="1934343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xmlns="" id="{57EB4A96-C245-6629-B9BD-198E10243D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25" y="3429000"/>
            <a:ext cx="1949246" cy="1949246"/>
          </a:xfrm>
          <a:prstGeom prst="rect">
            <a:avLst/>
          </a:prstGeom>
        </p:spPr>
      </p:pic>
      <p:pic>
        <p:nvPicPr>
          <p:cNvPr id="25" name="Picture 24" descr="Logo&#10;&#10;Description automatically generated">
            <a:extLst>
              <a:ext uri="{FF2B5EF4-FFF2-40B4-BE49-F238E27FC236}">
                <a16:creationId xmlns:a16="http://schemas.microsoft.com/office/drawing/2014/main" xmlns="" id="{EB8A920E-6990-DDC2-B0DD-03A70C9022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274" y="1428307"/>
            <a:ext cx="3197942" cy="1598971"/>
          </a:xfrm>
          <a:prstGeom prst="rect">
            <a:avLst/>
          </a:prstGeom>
        </p:spPr>
      </p:pic>
      <p:pic>
        <p:nvPicPr>
          <p:cNvPr id="27" name="Picture 26" descr="Logo&#10;&#10;Description automatically generated">
            <a:extLst>
              <a:ext uri="{FF2B5EF4-FFF2-40B4-BE49-F238E27FC236}">
                <a16:creationId xmlns:a16="http://schemas.microsoft.com/office/drawing/2014/main" xmlns="" id="{7D0F67C1-33C3-FF85-8D61-C2B51F7250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846" y="1030662"/>
            <a:ext cx="2857497" cy="1904998"/>
          </a:xfrm>
          <a:prstGeom prst="rect">
            <a:avLst/>
          </a:prstGeom>
        </p:spPr>
      </p:pic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xmlns="" id="{374D434D-0969-CA78-031F-9C780B5042A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072" y="3922341"/>
            <a:ext cx="2341272" cy="1152776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xmlns="" id="{38F8320E-303F-F4B8-3868-31F202CC8A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42" y="1375546"/>
            <a:ext cx="3438832" cy="193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8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6546ED-0946-5340-5D9B-97C72E0D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Ranging Technical Issues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61D193-36E8-EF5A-C68A-C1D2C8354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an intuitive UI/UX</a:t>
            </a:r>
          </a:p>
          <a:p>
            <a:r>
              <a:rPr lang="en-US" dirty="0"/>
              <a:t>Developing a robust backend</a:t>
            </a:r>
          </a:p>
          <a:p>
            <a:r>
              <a:rPr lang="en-US" dirty="0"/>
              <a:t>Machine learning of automated proctoring for detection of unfair means usage	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3761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CEFD87-62D8-1FBE-07F1-710D9E5D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Parts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4FFFBA-C4DE-6A35-6D98-68BF2D0D8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Two individual components integrated to realize the application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Examination dashboard where questions &amp; answers can be created in an exam. Results can be published and viewed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Automated Proctoring module where instructors can view live monitoring of exam and view proctoring logs of the students.</a:t>
            </a:r>
          </a:p>
          <a:p>
            <a:pPr lvl="1"/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325290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D23247-8A0D-C2BD-B658-9FB6768F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Diverse Group of Stakeholders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ABDEA5-D1A0-95F3-FB03-E1031F142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Educational Institute’s admission department</a:t>
            </a:r>
          </a:p>
          <a:p>
            <a:r>
              <a:rPr lang="en-US" sz="2000" dirty="0"/>
              <a:t>Instructors/Professors </a:t>
            </a:r>
          </a:p>
          <a:p>
            <a:r>
              <a:rPr lang="en-US" sz="2000" dirty="0"/>
              <a:t>Students </a:t>
            </a:r>
            <a:endParaRPr lang="x-none" sz="2000" dirty="0"/>
          </a:p>
        </p:txBody>
      </p:sp>
    </p:spTree>
    <p:extLst>
      <p:ext uri="{BB962C8B-B14F-4D97-AF65-F5344CB8AC3E}">
        <p14:creationId xmlns:p14="http://schemas.microsoft.com/office/powerpoint/2010/main" val="603493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D23247-8A0D-C2BD-B658-9FB6768F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63" y="1553496"/>
            <a:ext cx="8596668" cy="2625213"/>
          </a:xfrm>
        </p:spPr>
        <p:txBody>
          <a:bodyPr>
            <a:normAutofit/>
          </a:bodyPr>
          <a:lstStyle/>
          <a:p>
            <a:r>
              <a:rPr lang="en-US" sz="4400" dirty="0"/>
              <a:t>Thank You		</a:t>
            </a:r>
            <a:br>
              <a:rPr lang="en-US" sz="4400" dirty="0"/>
            </a:br>
            <a:r>
              <a:rPr lang="en-US" sz="4000" dirty="0"/>
              <a:t>Any Questions?</a:t>
            </a:r>
            <a:endParaRPr lang="x-none" sz="4400" dirty="0"/>
          </a:p>
        </p:txBody>
      </p:sp>
    </p:spTree>
    <p:extLst>
      <p:ext uri="{BB962C8B-B14F-4D97-AF65-F5344CB8AC3E}">
        <p14:creationId xmlns:p14="http://schemas.microsoft.com/office/powerpoint/2010/main" val="1290141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[1]   Prince, D.J., Fulton, R.A. and </a:t>
            </a:r>
            <a:r>
              <a:rPr lang="en-US" sz="1400" dirty="0" err="1"/>
              <a:t>Garsombke</a:t>
            </a:r>
            <a:r>
              <a:rPr lang="en-US" sz="1400" dirty="0"/>
              <a:t>, T.W. 2009. Comparisons Of Proctored    Versus Non-Proctored Testing Strategies In Graduate Distance Education Curriculum. Journal of College Teaching &amp; Learning (TLC). 6, 7 (Nov. 2009). </a:t>
            </a:r>
            <a:r>
              <a:rPr lang="en-US" sz="1400" dirty="0" err="1"/>
              <a:t>DOI:https</a:t>
            </a:r>
            <a:r>
              <a:rPr lang="en-US" sz="1400" dirty="0"/>
              <a:t>://doi.org/10.19030/tlc.v6i7.1125.</a:t>
            </a:r>
          </a:p>
          <a:p>
            <a:endParaRPr lang="en-US" sz="1400" dirty="0"/>
          </a:p>
          <a:p>
            <a:r>
              <a:rPr lang="en-US" sz="1400" dirty="0"/>
              <a:t> [2] Research on Abnormal Behavior Detection of Online Examination Based on Image Information </a:t>
            </a:r>
            <a:r>
              <a:rPr lang="en-US" sz="1400" dirty="0" err="1"/>
              <a:t>Senbo</a:t>
            </a:r>
            <a:r>
              <a:rPr lang="en-US" sz="1400" dirty="0"/>
              <a:t> Hu1 , Xiao Jia2 , </a:t>
            </a:r>
            <a:r>
              <a:rPr lang="en-US" sz="1400" dirty="0" err="1"/>
              <a:t>Yingliang</a:t>
            </a:r>
            <a:r>
              <a:rPr lang="en-US" sz="1400" dirty="0"/>
              <a:t> Fu3 Dalian Maritime University College of Information Science and </a:t>
            </a:r>
            <a:r>
              <a:rPr lang="en-US" sz="1400" dirty="0" err="1"/>
              <a:t>TechnologyDalian</a:t>
            </a:r>
            <a:r>
              <a:rPr lang="en-US" sz="1400" dirty="0"/>
              <a:t>, Liaoning </a:t>
            </a:r>
            <a:r>
              <a:rPr lang="en-US" sz="1400" dirty="0" err="1"/>
              <a:t>Email:senbo@dlmu.edu.cn</a:t>
            </a:r>
            <a:r>
              <a:rPr lang="en-US" sz="1400" dirty="0"/>
              <a:t>, jiaxiao222@126.com,fuyl8125@dlmu.edu.cn</a:t>
            </a:r>
          </a:p>
          <a:p>
            <a:endParaRPr lang="en-US" sz="1400" dirty="0"/>
          </a:p>
          <a:p>
            <a:r>
              <a:rPr lang="en-US" sz="1400" dirty="0"/>
              <a:t> [3] E-cheating Prevention Measures: Detection of Cheating at Online Examinations Using Deep Learning Approach - A Case Study Leslie </a:t>
            </a:r>
            <a:r>
              <a:rPr lang="en-US" sz="1400" dirty="0" err="1"/>
              <a:t>ChingOw</a:t>
            </a:r>
            <a:r>
              <a:rPr lang="en-US" sz="1400" dirty="0"/>
              <a:t> </a:t>
            </a:r>
            <a:r>
              <a:rPr lang="en-US" sz="1400" dirty="0" err="1"/>
              <a:t>Tiong</a:t>
            </a:r>
            <a:r>
              <a:rPr lang="en-US" sz="1400" dirty="0"/>
              <a:t> and </a:t>
            </a:r>
            <a:r>
              <a:rPr lang="en-US" sz="1400" dirty="0" err="1"/>
              <a:t>HeeJeong</a:t>
            </a:r>
            <a:r>
              <a:rPr lang="en-US" sz="1400" dirty="0"/>
              <a:t> Jasmine Lee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9905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DACD17AE36141913B569FEA0AF61D" ma:contentTypeVersion="4" ma:contentTypeDescription="Create a new document." ma:contentTypeScope="" ma:versionID="29c647625d3c9a4cd1a7c19c65f99300">
  <xsd:schema xmlns:xsd="http://www.w3.org/2001/XMLSchema" xmlns:xs="http://www.w3.org/2001/XMLSchema" xmlns:p="http://schemas.microsoft.com/office/2006/metadata/properties" xmlns:ns2="d6d52004-ab7c-4fb6-8c83-a8e928fd54fa" xmlns:ns3="75360317-056a-4120-9fdf-f86a04c66dd2" targetNamespace="http://schemas.microsoft.com/office/2006/metadata/properties" ma:root="true" ma:fieldsID="4d9c544759dcb8a979c8852d1a8e9b24" ns2:_="" ns3:_="">
    <xsd:import namespace="d6d52004-ab7c-4fb6-8c83-a8e928fd54fa"/>
    <xsd:import namespace="75360317-056a-4120-9fdf-f86a04c66d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52004-ab7c-4fb6-8c83-a8e928fd54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360317-056a-4120-9fdf-f86a04c66dd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BBB1E80-A954-41A7-B2F7-20343C7768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d52004-ab7c-4fb6-8c83-a8e928fd54fa"/>
    <ds:schemaRef ds:uri="75360317-056a-4120-9fdf-f86a04c66d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1A4C9D-0867-4281-9158-98356DA2D3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2516E4-57B9-4D4E-9502-58880BCB2CF9}">
  <ds:schemaRefs>
    <ds:schemaRef ds:uri="http://schemas.microsoft.com/office/2006/documentManagement/types"/>
    <ds:schemaRef ds:uri="75360317-056a-4120-9fdf-f86a04c66dd2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dcmitype/"/>
    <ds:schemaRef ds:uri="d6d52004-ab7c-4fb6-8c83-a8e928fd54f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1584</TotalTime>
  <Words>894</Words>
  <Application>Microsoft Office PowerPoint</Application>
  <PresentationFormat>Widescreen</PresentationFormat>
  <Paragraphs>180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Georgia</vt:lpstr>
      <vt:lpstr>Times New Roman</vt:lpstr>
      <vt:lpstr>Trebuchet MS</vt:lpstr>
      <vt:lpstr>Wingdings</vt:lpstr>
      <vt:lpstr>Wingdings 3</vt:lpstr>
      <vt:lpstr>Facet</vt:lpstr>
      <vt:lpstr>PowerPoint Presentation</vt:lpstr>
      <vt:lpstr>Evaluation Criteria of title defense</vt:lpstr>
      <vt:lpstr>Problem statement</vt:lpstr>
      <vt:lpstr>PowerPoint Presentation</vt:lpstr>
      <vt:lpstr>Motivation/Justification/ Ethical Impact</vt:lpstr>
      <vt:lpstr>PowerPoint Presentation</vt:lpstr>
      <vt:lpstr>Literature Review </vt:lpstr>
      <vt:lpstr>PowerPoint Presentation</vt:lpstr>
      <vt:lpstr>In-depth Engineering/ Computing Knowledge</vt:lpstr>
      <vt:lpstr>Tools &amp; Technology</vt:lpstr>
      <vt:lpstr>Wide Ranging Technical Issues</vt:lpstr>
      <vt:lpstr>Component Parts</vt:lpstr>
      <vt:lpstr>Diverse Group of Stakeholders</vt:lpstr>
      <vt:lpstr>Thank You   Any Questions?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 Shaukat Lecturer FCSE</dc:creator>
  <cp:lastModifiedBy>Windows User</cp:lastModifiedBy>
  <cp:revision>12</cp:revision>
  <dcterms:created xsi:type="dcterms:W3CDTF">2021-09-27T08:54:11Z</dcterms:created>
  <dcterms:modified xsi:type="dcterms:W3CDTF">2022-09-23T12:36:25Z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0x010100CA6DACD17AE36141913B569FEA0AF61D</vt:lpwstr>
  </property>
</Properties>
</file>