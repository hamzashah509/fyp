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Override PartName="/ppt/changesInfos/changesInfo1.xml" ContentType="application/vnd.ms-powerpoint.changesinfo+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1" r:id="rId4"/>
  </p:sldMasterIdLst>
  <p:notesMasterIdLst>
    <p:notesMasterId r:id="rId18"/>
  </p:notesMasterIdLst>
  <p:sldIdLst>
    <p:sldId id="257" r:id="rId5"/>
    <p:sldId id="262" r:id="rId6"/>
    <p:sldId id="266" r:id="rId7"/>
    <p:sldId id="274" r:id="rId8"/>
    <p:sldId id="267" r:id="rId9"/>
    <p:sldId id="261" r:id="rId10"/>
    <p:sldId id="270" r:id="rId11"/>
    <p:sldId id="259" r:id="rId12"/>
    <p:sldId id="268" r:id="rId13"/>
    <p:sldId id="263" r:id="rId14"/>
    <p:sldId id="272" r:id="rId15"/>
    <p:sldId id="271" r:id="rId16"/>
    <p:sldId id="275"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6F49C86-1800-4B1A-BA01-DA5B8E70491A}" v="29" dt="2021-10-03T13:08:55.84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72203" autoAdjust="0"/>
  </p:normalViewPr>
  <p:slideViewPr>
    <p:cSldViewPr snapToGrid="0">
      <p:cViewPr varScale="1">
        <p:scale>
          <a:sx n="54" d="100"/>
          <a:sy n="54" d="100"/>
        </p:scale>
        <p:origin x="1782"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microsoft.com/office/2015/10/relationships/revisionInfo" Target="revisionInfo.xml"/><Relationship Id="rId10" Type="http://schemas.openxmlformats.org/officeDocument/2006/relationships/slide" Target="slides/slide6.xml"/><Relationship Id="rId19"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ableStyles" Target="tableStyle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i Shaukat Lecturer FCSE" userId="48e8cdf9-ec6e-423c-a6b7-93180a25bc71" providerId="ADAL" clId="{76F49C86-1800-4B1A-BA01-DA5B8E70491A}"/>
    <pc:docChg chg="undo redo custSel addSld delSld modSld sldOrd">
      <pc:chgData name="Ali Shaukat Lecturer FCSE" userId="48e8cdf9-ec6e-423c-a6b7-93180a25bc71" providerId="ADAL" clId="{76F49C86-1800-4B1A-BA01-DA5B8E70491A}" dt="2021-10-03T13:10:04.219" v="1624" actId="20577"/>
      <pc:docMkLst>
        <pc:docMk/>
      </pc:docMkLst>
      <pc:sldChg chg="new del">
        <pc:chgData name="Ali Shaukat Lecturer FCSE" userId="48e8cdf9-ec6e-423c-a6b7-93180a25bc71" providerId="ADAL" clId="{76F49C86-1800-4B1A-BA01-DA5B8E70491A}" dt="2021-09-27T08:54:25.987" v="2" actId="47"/>
        <pc:sldMkLst>
          <pc:docMk/>
          <pc:sldMk cId="3007006867" sldId="256"/>
        </pc:sldMkLst>
      </pc:sldChg>
      <pc:sldChg chg="addSp delSp modSp add mod modClrScheme chgLayout">
        <pc:chgData name="Ali Shaukat Lecturer FCSE" userId="48e8cdf9-ec6e-423c-a6b7-93180a25bc71" providerId="ADAL" clId="{76F49C86-1800-4B1A-BA01-DA5B8E70491A}" dt="2021-09-27T08:58:22.279" v="163" actId="20577"/>
        <pc:sldMkLst>
          <pc:docMk/>
          <pc:sldMk cId="0" sldId="257"/>
        </pc:sldMkLst>
        <pc:spChg chg="add del mod ord">
          <ac:chgData name="Ali Shaukat Lecturer FCSE" userId="48e8cdf9-ec6e-423c-a6b7-93180a25bc71" providerId="ADAL" clId="{76F49C86-1800-4B1A-BA01-DA5B8E70491A}" dt="2021-09-27T08:56:58.008" v="127" actId="700"/>
          <ac:spMkLst>
            <pc:docMk/>
            <pc:sldMk cId="0" sldId="257"/>
            <ac:spMk id="2" creationId="{83A0A5FA-111E-44F3-B5FD-18D6DE021C7E}"/>
          </ac:spMkLst>
        </pc:spChg>
        <pc:spChg chg="add del mod ord">
          <ac:chgData name="Ali Shaukat Lecturer FCSE" userId="48e8cdf9-ec6e-423c-a6b7-93180a25bc71" providerId="ADAL" clId="{76F49C86-1800-4B1A-BA01-DA5B8E70491A}" dt="2021-09-27T08:56:58.008" v="127" actId="700"/>
          <ac:spMkLst>
            <pc:docMk/>
            <pc:sldMk cId="0" sldId="257"/>
            <ac:spMk id="3" creationId="{13B486DD-9E14-4DE8-B005-BD4487ACA4EF}"/>
          </ac:spMkLst>
        </pc:spChg>
        <pc:spChg chg="add del mod ord">
          <ac:chgData name="Ali Shaukat Lecturer FCSE" userId="48e8cdf9-ec6e-423c-a6b7-93180a25bc71" providerId="ADAL" clId="{76F49C86-1800-4B1A-BA01-DA5B8E70491A}" dt="2021-09-27T08:56:58.008" v="127" actId="700"/>
          <ac:spMkLst>
            <pc:docMk/>
            <pc:sldMk cId="0" sldId="257"/>
            <ac:spMk id="4" creationId="{5683AC8E-A936-4862-ABF6-0AE96AF13650}"/>
          </ac:spMkLst>
        </pc:spChg>
        <pc:spChg chg="add del mod">
          <ac:chgData name="Ali Shaukat Lecturer FCSE" userId="48e8cdf9-ec6e-423c-a6b7-93180a25bc71" providerId="ADAL" clId="{76F49C86-1800-4B1A-BA01-DA5B8E70491A}" dt="2021-09-27T08:57:14.367" v="134"/>
          <ac:spMkLst>
            <pc:docMk/>
            <pc:sldMk cId="0" sldId="257"/>
            <ac:spMk id="10" creationId="{A98A4286-9730-4C28-A43C-9C5BBE5F36F4}"/>
          </ac:spMkLst>
        </pc:spChg>
        <pc:spChg chg="mod">
          <ac:chgData name="Ali Shaukat Lecturer FCSE" userId="48e8cdf9-ec6e-423c-a6b7-93180a25bc71" providerId="ADAL" clId="{76F49C86-1800-4B1A-BA01-DA5B8E70491A}" dt="2021-09-27T08:58:09.493" v="159" actId="1076"/>
          <ac:spMkLst>
            <pc:docMk/>
            <pc:sldMk cId="0" sldId="257"/>
            <ac:spMk id="83" creationId="{00000000-0000-0000-0000-000000000000}"/>
          </ac:spMkLst>
        </pc:spChg>
        <pc:spChg chg="mod">
          <ac:chgData name="Ali Shaukat Lecturer FCSE" userId="48e8cdf9-ec6e-423c-a6b7-93180a25bc71" providerId="ADAL" clId="{76F49C86-1800-4B1A-BA01-DA5B8E70491A}" dt="2021-09-27T08:58:22.279" v="163" actId="20577"/>
          <ac:spMkLst>
            <pc:docMk/>
            <pc:sldMk cId="0" sldId="257"/>
            <ac:spMk id="84" creationId="{00000000-0000-0000-0000-000000000000}"/>
          </ac:spMkLst>
        </pc:spChg>
        <pc:spChg chg="mod">
          <ac:chgData name="Ali Shaukat Lecturer FCSE" userId="48e8cdf9-ec6e-423c-a6b7-93180a25bc71" providerId="ADAL" clId="{76F49C86-1800-4B1A-BA01-DA5B8E70491A}" dt="2021-09-27T08:58:05.322" v="158" actId="1076"/>
          <ac:spMkLst>
            <pc:docMk/>
            <pc:sldMk cId="0" sldId="257"/>
            <ac:spMk id="85" creationId="{00000000-0000-0000-0000-000000000000}"/>
          </ac:spMkLst>
        </pc:spChg>
        <pc:spChg chg="mod">
          <ac:chgData name="Ali Shaukat Lecturer FCSE" userId="48e8cdf9-ec6e-423c-a6b7-93180a25bc71" providerId="ADAL" clId="{76F49C86-1800-4B1A-BA01-DA5B8E70491A}" dt="2021-09-27T08:58:00.652" v="157" actId="1076"/>
          <ac:spMkLst>
            <pc:docMk/>
            <pc:sldMk cId="0" sldId="257"/>
            <ac:spMk id="86" creationId="{00000000-0000-0000-0000-000000000000}"/>
          </ac:spMkLst>
        </pc:spChg>
        <pc:spChg chg="mod">
          <ac:chgData name="Ali Shaukat Lecturer FCSE" userId="48e8cdf9-ec6e-423c-a6b7-93180a25bc71" providerId="ADAL" clId="{76F49C86-1800-4B1A-BA01-DA5B8E70491A}" dt="2021-09-27T08:55:48.931" v="110" actId="20577"/>
          <ac:spMkLst>
            <pc:docMk/>
            <pc:sldMk cId="0" sldId="257"/>
            <ac:spMk id="87" creationId="{00000000-0000-0000-0000-000000000000}"/>
          </ac:spMkLst>
        </pc:spChg>
      </pc:sldChg>
      <pc:sldChg chg="modSp add del mod">
        <pc:chgData name="Ali Shaukat Lecturer FCSE" userId="48e8cdf9-ec6e-423c-a6b7-93180a25bc71" providerId="ADAL" clId="{76F49C86-1800-4B1A-BA01-DA5B8E70491A}" dt="2021-09-27T08:58:52.366" v="166" actId="47"/>
        <pc:sldMkLst>
          <pc:docMk/>
          <pc:sldMk cId="3406228337" sldId="258"/>
        </pc:sldMkLst>
        <pc:spChg chg="mod">
          <ac:chgData name="Ali Shaukat Lecturer FCSE" userId="48e8cdf9-ec6e-423c-a6b7-93180a25bc71" providerId="ADAL" clId="{76F49C86-1800-4B1A-BA01-DA5B8E70491A}" dt="2021-09-27T08:58:49.020" v="165" actId="6549"/>
          <ac:spMkLst>
            <pc:docMk/>
            <pc:sldMk cId="3406228337" sldId="258"/>
            <ac:spMk id="88" creationId="{00000000-0000-0000-0000-000000000000}"/>
          </ac:spMkLst>
        </pc:spChg>
      </pc:sldChg>
      <pc:sldChg chg="modSp new mod">
        <pc:chgData name="Ali Shaukat Lecturer FCSE" userId="48e8cdf9-ec6e-423c-a6b7-93180a25bc71" providerId="ADAL" clId="{76F49C86-1800-4B1A-BA01-DA5B8E70491A}" dt="2021-09-27T10:00:21.735" v="1128"/>
        <pc:sldMkLst>
          <pc:docMk/>
          <pc:sldMk cId="3406228337" sldId="258"/>
        </pc:sldMkLst>
        <pc:spChg chg="mod">
          <ac:chgData name="Ali Shaukat Lecturer FCSE" userId="48e8cdf9-ec6e-423c-a6b7-93180a25bc71" providerId="ADAL" clId="{76F49C86-1800-4B1A-BA01-DA5B8E70491A}" dt="2021-09-27T08:59:34.355" v="197" actId="20577"/>
          <ac:spMkLst>
            <pc:docMk/>
            <pc:sldMk cId="3406228337" sldId="258"/>
            <ac:spMk id="2" creationId="{5754548A-365C-4EA8-8F20-F95588A53F56}"/>
          </ac:spMkLst>
        </pc:spChg>
        <pc:spChg chg="mod">
          <ac:chgData name="Ali Shaukat Lecturer FCSE" userId="48e8cdf9-ec6e-423c-a6b7-93180a25bc71" providerId="ADAL" clId="{76F49C86-1800-4B1A-BA01-DA5B8E70491A}" dt="2021-09-27T10:00:21.735" v="1128"/>
          <ac:spMkLst>
            <pc:docMk/>
            <pc:sldMk cId="3406228337" sldId="258"/>
            <ac:spMk id="3" creationId="{168C8376-EAC6-43A7-9004-3ED6D027F7D6}"/>
          </ac:spMkLst>
        </pc:spChg>
      </pc:sldChg>
      <pc:sldChg chg="modSp add mod ord">
        <pc:chgData name="Ali Shaukat Lecturer FCSE" userId="48e8cdf9-ec6e-423c-a6b7-93180a25bc71" providerId="ADAL" clId="{76F49C86-1800-4B1A-BA01-DA5B8E70491A}" dt="2021-10-03T13:09:14.904" v="1589"/>
        <pc:sldMkLst>
          <pc:docMk/>
          <pc:sldMk cId="768913281" sldId="259"/>
        </pc:sldMkLst>
        <pc:spChg chg="mod">
          <ac:chgData name="Ali Shaukat Lecturer FCSE" userId="48e8cdf9-ec6e-423c-a6b7-93180a25bc71" providerId="ADAL" clId="{76F49C86-1800-4B1A-BA01-DA5B8E70491A}" dt="2021-09-27T09:04:32.480" v="427" actId="20577"/>
          <ac:spMkLst>
            <pc:docMk/>
            <pc:sldMk cId="768913281" sldId="259"/>
            <ac:spMk id="2" creationId="{5754548A-365C-4EA8-8F20-F95588A53F56}"/>
          </ac:spMkLst>
        </pc:spChg>
        <pc:spChg chg="mod">
          <ac:chgData name="Ali Shaukat Lecturer FCSE" userId="48e8cdf9-ec6e-423c-a6b7-93180a25bc71" providerId="ADAL" clId="{76F49C86-1800-4B1A-BA01-DA5B8E70491A}" dt="2021-09-27T10:01:37.413" v="1213" actId="20577"/>
          <ac:spMkLst>
            <pc:docMk/>
            <pc:sldMk cId="768913281" sldId="259"/>
            <ac:spMk id="3" creationId="{168C8376-EAC6-43A7-9004-3ED6D027F7D6}"/>
          </ac:spMkLst>
        </pc:spChg>
      </pc:sldChg>
      <pc:sldChg chg="modSp new del mod">
        <pc:chgData name="Ali Shaukat Lecturer FCSE" userId="48e8cdf9-ec6e-423c-a6b7-93180a25bc71" providerId="ADAL" clId="{76F49C86-1800-4B1A-BA01-DA5B8E70491A}" dt="2021-09-27T09:04:27.384" v="410" actId="47"/>
        <pc:sldMkLst>
          <pc:docMk/>
          <pc:sldMk cId="1010570825" sldId="260"/>
        </pc:sldMkLst>
        <pc:spChg chg="mod">
          <ac:chgData name="Ali Shaukat Lecturer FCSE" userId="48e8cdf9-ec6e-423c-a6b7-93180a25bc71" providerId="ADAL" clId="{76F49C86-1800-4B1A-BA01-DA5B8E70491A}" dt="2021-09-27T09:00:49.215" v="239" actId="404"/>
          <ac:spMkLst>
            <pc:docMk/>
            <pc:sldMk cId="1010570825" sldId="260"/>
            <ac:spMk id="2" creationId="{466ECDC7-F2DF-4FD4-A8A7-767602472AA5}"/>
          </ac:spMkLst>
        </pc:spChg>
        <pc:spChg chg="mod">
          <ac:chgData name="Ali Shaukat Lecturer FCSE" userId="48e8cdf9-ec6e-423c-a6b7-93180a25bc71" providerId="ADAL" clId="{76F49C86-1800-4B1A-BA01-DA5B8E70491A}" dt="2021-09-27T09:01:15.240" v="262" actId="20577"/>
          <ac:spMkLst>
            <pc:docMk/>
            <pc:sldMk cId="1010570825" sldId="260"/>
            <ac:spMk id="3" creationId="{A6EA2134-004D-4FC9-8E61-D6A75DCA40DA}"/>
          </ac:spMkLst>
        </pc:spChg>
      </pc:sldChg>
      <pc:sldChg chg="modSp add mod">
        <pc:chgData name="Ali Shaukat Lecturer FCSE" userId="48e8cdf9-ec6e-423c-a6b7-93180a25bc71" providerId="ADAL" clId="{76F49C86-1800-4B1A-BA01-DA5B8E70491A}" dt="2021-09-27T09:55:02.959" v="1035" actId="20577"/>
        <pc:sldMkLst>
          <pc:docMk/>
          <pc:sldMk cId="1105910275" sldId="261"/>
        </pc:sldMkLst>
        <pc:spChg chg="mod">
          <ac:chgData name="Ali Shaukat Lecturer FCSE" userId="48e8cdf9-ec6e-423c-a6b7-93180a25bc71" providerId="ADAL" clId="{76F49C86-1800-4B1A-BA01-DA5B8E70491A}" dt="2021-09-27T09:01:53.881" v="273" actId="20577"/>
          <ac:spMkLst>
            <pc:docMk/>
            <pc:sldMk cId="1105910275" sldId="261"/>
            <ac:spMk id="2" creationId="{5754548A-365C-4EA8-8F20-F95588A53F56}"/>
          </ac:spMkLst>
        </pc:spChg>
        <pc:spChg chg="mod">
          <ac:chgData name="Ali Shaukat Lecturer FCSE" userId="48e8cdf9-ec6e-423c-a6b7-93180a25bc71" providerId="ADAL" clId="{76F49C86-1800-4B1A-BA01-DA5B8E70491A}" dt="2021-09-27T09:55:02.959" v="1035" actId="20577"/>
          <ac:spMkLst>
            <pc:docMk/>
            <pc:sldMk cId="1105910275" sldId="261"/>
            <ac:spMk id="3" creationId="{168C8376-EAC6-43A7-9004-3ED6D027F7D6}"/>
          </ac:spMkLst>
        </pc:spChg>
      </pc:sldChg>
      <pc:sldChg chg="addSp delSp modSp new mod">
        <pc:chgData name="Ali Shaukat Lecturer FCSE" userId="48e8cdf9-ec6e-423c-a6b7-93180a25bc71" providerId="ADAL" clId="{76F49C86-1800-4B1A-BA01-DA5B8E70491A}" dt="2021-10-03T13:09:00.592" v="1585" actId="14734"/>
        <pc:sldMkLst>
          <pc:docMk/>
          <pc:sldMk cId="3445406530" sldId="262"/>
        </pc:sldMkLst>
        <pc:spChg chg="mod">
          <ac:chgData name="Ali Shaukat Lecturer FCSE" userId="48e8cdf9-ec6e-423c-a6b7-93180a25bc71" providerId="ADAL" clId="{76F49C86-1800-4B1A-BA01-DA5B8E70491A}" dt="2021-09-27T09:14:39.847" v="592" actId="122"/>
          <ac:spMkLst>
            <pc:docMk/>
            <pc:sldMk cId="3445406530" sldId="262"/>
            <ac:spMk id="2" creationId="{8AF56869-F243-4FF9-84B3-DCAAE44008DD}"/>
          </ac:spMkLst>
        </pc:spChg>
        <pc:spChg chg="del">
          <ac:chgData name="Ali Shaukat Lecturer FCSE" userId="48e8cdf9-ec6e-423c-a6b7-93180a25bc71" providerId="ADAL" clId="{76F49C86-1800-4B1A-BA01-DA5B8E70491A}" dt="2021-09-27T09:14:31.138" v="588" actId="478"/>
          <ac:spMkLst>
            <pc:docMk/>
            <pc:sldMk cId="3445406530" sldId="262"/>
            <ac:spMk id="3" creationId="{1559DFC5-43C2-4B19-BA99-A41E4A07D0C6}"/>
          </ac:spMkLst>
        </pc:spChg>
        <pc:spChg chg="add del">
          <ac:chgData name="Ali Shaukat Lecturer FCSE" userId="48e8cdf9-ec6e-423c-a6b7-93180a25bc71" providerId="ADAL" clId="{76F49C86-1800-4B1A-BA01-DA5B8E70491A}" dt="2021-09-27T09:38:49.040" v="644" actId="22"/>
          <ac:spMkLst>
            <pc:docMk/>
            <pc:sldMk cId="3445406530" sldId="262"/>
            <ac:spMk id="10" creationId="{BCB06B23-F3AF-4138-890A-626A3D7AA311}"/>
          </ac:spMkLst>
        </pc:spChg>
        <pc:graphicFrameChg chg="add del mod">
          <ac:chgData name="Ali Shaukat Lecturer FCSE" userId="48e8cdf9-ec6e-423c-a6b7-93180a25bc71" providerId="ADAL" clId="{76F49C86-1800-4B1A-BA01-DA5B8E70491A}" dt="2021-09-27T09:14:17.423" v="585"/>
          <ac:graphicFrameMkLst>
            <pc:docMk/>
            <pc:sldMk cId="3445406530" sldId="262"/>
            <ac:graphicFrameMk id="4" creationId="{194D6BD9-B624-4FF1-97CD-47AFFA9139E4}"/>
          </ac:graphicFrameMkLst>
        </pc:graphicFrameChg>
        <pc:graphicFrameChg chg="add del mod">
          <ac:chgData name="Ali Shaukat Lecturer FCSE" userId="48e8cdf9-ec6e-423c-a6b7-93180a25bc71" providerId="ADAL" clId="{76F49C86-1800-4B1A-BA01-DA5B8E70491A}" dt="2021-09-27T09:14:26.857" v="587"/>
          <ac:graphicFrameMkLst>
            <pc:docMk/>
            <pc:sldMk cId="3445406530" sldId="262"/>
            <ac:graphicFrameMk id="5" creationId="{250B7CF3-325D-4B67-89D5-9E6B1ACBBBFC}"/>
          </ac:graphicFrameMkLst>
        </pc:graphicFrameChg>
        <pc:graphicFrameChg chg="add del mod modGraphic">
          <ac:chgData name="Ali Shaukat Lecturer FCSE" userId="48e8cdf9-ec6e-423c-a6b7-93180a25bc71" providerId="ADAL" clId="{76F49C86-1800-4B1A-BA01-DA5B8E70491A}" dt="2021-09-27T09:31:18.210" v="606" actId="478"/>
          <ac:graphicFrameMkLst>
            <pc:docMk/>
            <pc:sldMk cId="3445406530" sldId="262"/>
            <ac:graphicFrameMk id="6" creationId="{D2ED1F2C-974F-490D-A0D6-C975106ACD7D}"/>
          </ac:graphicFrameMkLst>
        </pc:graphicFrameChg>
        <pc:graphicFrameChg chg="add del mod modGraphic">
          <ac:chgData name="Ali Shaukat Lecturer FCSE" userId="48e8cdf9-ec6e-423c-a6b7-93180a25bc71" providerId="ADAL" clId="{76F49C86-1800-4B1A-BA01-DA5B8E70491A}" dt="2021-09-27T09:38:31.084" v="637" actId="478"/>
          <ac:graphicFrameMkLst>
            <pc:docMk/>
            <pc:sldMk cId="3445406530" sldId="262"/>
            <ac:graphicFrameMk id="7" creationId="{C6253140-2523-48B3-98A4-BF52599680CE}"/>
          </ac:graphicFrameMkLst>
        </pc:graphicFrameChg>
        <pc:graphicFrameChg chg="add del mod">
          <ac:chgData name="Ali Shaukat Lecturer FCSE" userId="48e8cdf9-ec6e-423c-a6b7-93180a25bc71" providerId="ADAL" clId="{76F49C86-1800-4B1A-BA01-DA5B8E70491A}" dt="2021-09-27T09:38:47.115" v="641"/>
          <ac:graphicFrameMkLst>
            <pc:docMk/>
            <pc:sldMk cId="3445406530" sldId="262"/>
            <ac:graphicFrameMk id="8" creationId="{0A8AC15E-1375-483F-AD6E-70C36B4FC952}"/>
          </ac:graphicFrameMkLst>
        </pc:graphicFrameChg>
        <pc:graphicFrameChg chg="add mod modGraphic">
          <ac:chgData name="Ali Shaukat Lecturer FCSE" userId="48e8cdf9-ec6e-423c-a6b7-93180a25bc71" providerId="ADAL" clId="{76F49C86-1800-4B1A-BA01-DA5B8E70491A}" dt="2021-10-03T13:09:00.592" v="1585" actId="14734"/>
          <ac:graphicFrameMkLst>
            <pc:docMk/>
            <pc:sldMk cId="3445406530" sldId="262"/>
            <ac:graphicFrameMk id="11" creationId="{D5E2B7D4-FEFC-4EC9-9C47-1E1244C24FC6}"/>
          </ac:graphicFrameMkLst>
        </pc:graphicFrameChg>
        <pc:graphicFrameChg chg="add del mod">
          <ac:chgData name="Ali Shaukat Lecturer FCSE" userId="48e8cdf9-ec6e-423c-a6b7-93180a25bc71" providerId="ADAL" clId="{76F49C86-1800-4B1A-BA01-DA5B8E70491A}" dt="2021-09-27T09:38:53.212" v="647"/>
          <ac:graphicFrameMkLst>
            <pc:docMk/>
            <pc:sldMk cId="3445406530" sldId="262"/>
            <ac:graphicFrameMk id="12" creationId="{C6C74329-BC07-4615-847F-556F207332CD}"/>
          </ac:graphicFrameMkLst>
        </pc:graphicFrameChg>
      </pc:sldChg>
      <pc:sldChg chg="modSp add mod ord">
        <pc:chgData name="Ali Shaukat Lecturer FCSE" userId="48e8cdf9-ec6e-423c-a6b7-93180a25bc71" providerId="ADAL" clId="{76F49C86-1800-4B1A-BA01-DA5B8E70491A}" dt="2021-10-03T13:05:58.204" v="1556" actId="20577"/>
        <pc:sldMkLst>
          <pc:docMk/>
          <pc:sldMk cId="677270961" sldId="263"/>
        </pc:sldMkLst>
        <pc:spChg chg="mod">
          <ac:chgData name="Ali Shaukat Lecturer FCSE" userId="48e8cdf9-ec6e-423c-a6b7-93180a25bc71" providerId="ADAL" clId="{76F49C86-1800-4B1A-BA01-DA5B8E70491A}" dt="2021-09-27T09:51:15.757" v="877" actId="20577"/>
          <ac:spMkLst>
            <pc:docMk/>
            <pc:sldMk cId="677270961" sldId="263"/>
            <ac:spMk id="2" creationId="{5754548A-365C-4EA8-8F20-F95588A53F56}"/>
          </ac:spMkLst>
        </pc:spChg>
        <pc:spChg chg="mod">
          <ac:chgData name="Ali Shaukat Lecturer FCSE" userId="48e8cdf9-ec6e-423c-a6b7-93180a25bc71" providerId="ADAL" clId="{76F49C86-1800-4B1A-BA01-DA5B8E70491A}" dt="2021-10-03T13:05:58.204" v="1556" actId="20577"/>
          <ac:spMkLst>
            <pc:docMk/>
            <pc:sldMk cId="677270961" sldId="263"/>
            <ac:spMk id="3" creationId="{168C8376-EAC6-43A7-9004-3ED6D027F7D6}"/>
          </ac:spMkLst>
        </pc:spChg>
      </pc:sldChg>
      <pc:sldChg chg="modSp add del mod">
        <pc:chgData name="Ali Shaukat Lecturer FCSE" userId="48e8cdf9-ec6e-423c-a6b7-93180a25bc71" providerId="ADAL" clId="{76F49C86-1800-4B1A-BA01-DA5B8E70491A}" dt="2021-09-27T10:00:52.033" v="1129" actId="47"/>
        <pc:sldMkLst>
          <pc:docMk/>
          <pc:sldMk cId="82072671" sldId="264"/>
        </pc:sldMkLst>
        <pc:spChg chg="mod">
          <ac:chgData name="Ali Shaukat Lecturer FCSE" userId="48e8cdf9-ec6e-423c-a6b7-93180a25bc71" providerId="ADAL" clId="{76F49C86-1800-4B1A-BA01-DA5B8E70491A}" dt="2021-09-27T09:57:49.978" v="1055" actId="20577"/>
          <ac:spMkLst>
            <pc:docMk/>
            <pc:sldMk cId="82072671" sldId="264"/>
            <ac:spMk id="2" creationId="{5754548A-365C-4EA8-8F20-F95588A53F56}"/>
          </ac:spMkLst>
        </pc:spChg>
        <pc:spChg chg="mod">
          <ac:chgData name="Ali Shaukat Lecturer FCSE" userId="48e8cdf9-ec6e-423c-a6b7-93180a25bc71" providerId="ADAL" clId="{76F49C86-1800-4B1A-BA01-DA5B8E70491A}" dt="2021-09-27T10:00:13.901" v="1127" actId="20577"/>
          <ac:spMkLst>
            <pc:docMk/>
            <pc:sldMk cId="82072671" sldId="264"/>
            <ac:spMk id="3" creationId="{168C8376-EAC6-43A7-9004-3ED6D027F7D6}"/>
          </ac:spMkLst>
        </pc:spChg>
      </pc:sldChg>
      <pc:sldChg chg="modSp add del mod">
        <pc:chgData name="Ali Shaukat Lecturer FCSE" userId="48e8cdf9-ec6e-423c-a6b7-93180a25bc71" providerId="ADAL" clId="{76F49C86-1800-4B1A-BA01-DA5B8E70491A}" dt="2021-09-27T09:54:05.810" v="1031" actId="47"/>
        <pc:sldMkLst>
          <pc:docMk/>
          <pc:sldMk cId="3126327364" sldId="264"/>
        </pc:sldMkLst>
        <pc:spChg chg="mod">
          <ac:chgData name="Ali Shaukat Lecturer FCSE" userId="48e8cdf9-ec6e-423c-a6b7-93180a25bc71" providerId="ADAL" clId="{76F49C86-1800-4B1A-BA01-DA5B8E70491A}" dt="2021-09-27T09:52:56.110" v="978" actId="20577"/>
          <ac:spMkLst>
            <pc:docMk/>
            <pc:sldMk cId="3126327364" sldId="264"/>
            <ac:spMk id="3" creationId="{168C8376-EAC6-43A7-9004-3ED6D027F7D6}"/>
          </ac:spMkLst>
        </pc:spChg>
      </pc:sldChg>
      <pc:sldChg chg="new del">
        <pc:chgData name="Ali Shaukat Lecturer FCSE" userId="48e8cdf9-ec6e-423c-a6b7-93180a25bc71" providerId="ADAL" clId="{76F49C86-1800-4B1A-BA01-DA5B8E70491A}" dt="2021-10-03T13:01:17.490" v="1263" actId="47"/>
        <pc:sldMkLst>
          <pc:docMk/>
          <pc:sldMk cId="4219785708" sldId="264"/>
        </pc:sldMkLst>
      </pc:sldChg>
      <pc:sldChg chg="modSp new del mod">
        <pc:chgData name="Ali Shaukat Lecturer FCSE" userId="48e8cdf9-ec6e-423c-a6b7-93180a25bc71" providerId="ADAL" clId="{76F49C86-1800-4B1A-BA01-DA5B8E70491A}" dt="2021-10-03T13:02:19.039" v="1397" actId="47"/>
        <pc:sldMkLst>
          <pc:docMk/>
          <pc:sldMk cId="2713528861" sldId="265"/>
        </pc:sldMkLst>
        <pc:spChg chg="mod">
          <ac:chgData name="Ali Shaukat Lecturer FCSE" userId="48e8cdf9-ec6e-423c-a6b7-93180a25bc71" providerId="ADAL" clId="{76F49C86-1800-4B1A-BA01-DA5B8E70491A}" dt="2021-10-03T13:01:02.150" v="1219" actId="27636"/>
          <ac:spMkLst>
            <pc:docMk/>
            <pc:sldMk cId="2713528861" sldId="265"/>
            <ac:spMk id="2" creationId="{1709B303-B73E-48B4-BF04-282F3B273401}"/>
          </ac:spMkLst>
        </pc:spChg>
        <pc:spChg chg="mod">
          <ac:chgData name="Ali Shaukat Lecturer FCSE" userId="48e8cdf9-ec6e-423c-a6b7-93180a25bc71" providerId="ADAL" clId="{76F49C86-1800-4B1A-BA01-DA5B8E70491A}" dt="2021-10-03T13:01:12.682" v="1262" actId="20577"/>
          <ac:spMkLst>
            <pc:docMk/>
            <pc:sldMk cId="2713528861" sldId="265"/>
            <ac:spMk id="3" creationId="{EB73C061-46C1-4FC4-9F1C-E9355361D9D4}"/>
          </ac:spMkLst>
        </pc:spChg>
      </pc:sldChg>
      <pc:sldChg chg="modSp add mod">
        <pc:chgData name="Ali Shaukat Lecturer FCSE" userId="48e8cdf9-ec6e-423c-a6b7-93180a25bc71" providerId="ADAL" clId="{76F49C86-1800-4B1A-BA01-DA5B8E70491A}" dt="2021-10-03T13:02:10.559" v="1396" actId="20577"/>
        <pc:sldMkLst>
          <pc:docMk/>
          <pc:sldMk cId="977906843" sldId="266"/>
        </pc:sldMkLst>
        <pc:spChg chg="mod">
          <ac:chgData name="Ali Shaukat Lecturer FCSE" userId="48e8cdf9-ec6e-423c-a6b7-93180a25bc71" providerId="ADAL" clId="{76F49C86-1800-4B1A-BA01-DA5B8E70491A}" dt="2021-10-03T13:02:10.559" v="1396" actId="20577"/>
          <ac:spMkLst>
            <pc:docMk/>
            <pc:sldMk cId="977906843" sldId="266"/>
            <ac:spMk id="3" creationId="{EB73C061-46C1-4FC4-9F1C-E9355361D9D4}"/>
          </ac:spMkLst>
        </pc:spChg>
      </pc:sldChg>
      <pc:sldChg chg="modSp add mod ord">
        <pc:chgData name="Ali Shaukat Lecturer FCSE" userId="48e8cdf9-ec6e-423c-a6b7-93180a25bc71" providerId="ADAL" clId="{76F49C86-1800-4B1A-BA01-DA5B8E70491A}" dt="2021-10-03T13:04:59.271" v="1435" actId="20577"/>
        <pc:sldMkLst>
          <pc:docMk/>
          <pc:sldMk cId="3514608436" sldId="267"/>
        </pc:sldMkLst>
        <pc:spChg chg="mod">
          <ac:chgData name="Ali Shaukat Lecturer FCSE" userId="48e8cdf9-ec6e-423c-a6b7-93180a25bc71" providerId="ADAL" clId="{76F49C86-1800-4B1A-BA01-DA5B8E70491A}" dt="2021-10-03T13:04:59.271" v="1435" actId="20577"/>
          <ac:spMkLst>
            <pc:docMk/>
            <pc:sldMk cId="3514608436" sldId="267"/>
            <ac:spMk id="2" creationId="{1709B303-B73E-48B4-BF04-282F3B273401}"/>
          </ac:spMkLst>
        </pc:spChg>
      </pc:sldChg>
      <pc:sldChg chg="modSp add mod ord">
        <pc:chgData name="Ali Shaukat Lecturer FCSE" userId="48e8cdf9-ec6e-423c-a6b7-93180a25bc71" providerId="ADAL" clId="{76F49C86-1800-4B1A-BA01-DA5B8E70491A}" dt="2021-10-03T13:03:21.065" v="1414" actId="27636"/>
        <pc:sldMkLst>
          <pc:docMk/>
          <pc:sldMk cId="3472507226" sldId="268"/>
        </pc:sldMkLst>
        <pc:spChg chg="mod">
          <ac:chgData name="Ali Shaukat Lecturer FCSE" userId="48e8cdf9-ec6e-423c-a6b7-93180a25bc71" providerId="ADAL" clId="{76F49C86-1800-4B1A-BA01-DA5B8E70491A}" dt="2021-10-03T13:03:21.065" v="1414" actId="27636"/>
          <ac:spMkLst>
            <pc:docMk/>
            <pc:sldMk cId="3472507226" sldId="268"/>
            <ac:spMk id="2" creationId="{1709B303-B73E-48B4-BF04-282F3B273401}"/>
          </ac:spMkLst>
        </pc:spChg>
      </pc:sldChg>
      <pc:sldChg chg="modSp add del mod ord">
        <pc:chgData name="Ali Shaukat Lecturer FCSE" userId="48e8cdf9-ec6e-423c-a6b7-93180a25bc71" providerId="ADAL" clId="{76F49C86-1800-4B1A-BA01-DA5B8E70491A}" dt="2021-10-03T13:05:05.823" v="1437" actId="47"/>
        <pc:sldMkLst>
          <pc:docMk/>
          <pc:sldMk cId="656648196" sldId="269"/>
        </pc:sldMkLst>
        <pc:spChg chg="mod">
          <ac:chgData name="Ali Shaukat Lecturer FCSE" userId="48e8cdf9-ec6e-423c-a6b7-93180a25bc71" providerId="ADAL" clId="{76F49C86-1800-4B1A-BA01-DA5B8E70491A}" dt="2021-10-03T13:03:46.433" v="1419" actId="122"/>
          <ac:spMkLst>
            <pc:docMk/>
            <pc:sldMk cId="656648196" sldId="269"/>
            <ac:spMk id="2" creationId="{1709B303-B73E-48B4-BF04-282F3B273401}"/>
          </ac:spMkLst>
        </pc:spChg>
      </pc:sldChg>
      <pc:sldChg chg="add ord">
        <pc:chgData name="Ali Shaukat Lecturer FCSE" userId="48e8cdf9-ec6e-423c-a6b7-93180a25bc71" providerId="ADAL" clId="{76F49C86-1800-4B1A-BA01-DA5B8E70491A}" dt="2021-10-03T13:09:13.257" v="1587"/>
        <pc:sldMkLst>
          <pc:docMk/>
          <pc:sldMk cId="240380257" sldId="270"/>
        </pc:sldMkLst>
      </pc:sldChg>
      <pc:sldChg chg="modSp add mod ord">
        <pc:chgData name="Ali Shaukat Lecturer FCSE" userId="48e8cdf9-ec6e-423c-a6b7-93180a25bc71" providerId="ADAL" clId="{76F49C86-1800-4B1A-BA01-DA5B8E70491A}" dt="2021-10-03T13:10:04.219" v="1624" actId="20577"/>
        <pc:sldMkLst>
          <pc:docMk/>
          <pc:sldMk cId="637797877" sldId="271"/>
        </pc:sldMkLst>
        <pc:spChg chg="mod">
          <ac:chgData name="Ali Shaukat Lecturer FCSE" userId="48e8cdf9-ec6e-423c-a6b7-93180a25bc71" providerId="ADAL" clId="{76F49C86-1800-4B1A-BA01-DA5B8E70491A}" dt="2021-10-03T13:09:49.290" v="1601" actId="20577"/>
          <ac:spMkLst>
            <pc:docMk/>
            <pc:sldMk cId="637797877" sldId="271"/>
            <ac:spMk id="2" creationId="{5754548A-365C-4EA8-8F20-F95588A53F56}"/>
          </ac:spMkLst>
        </pc:spChg>
        <pc:spChg chg="mod">
          <ac:chgData name="Ali Shaukat Lecturer FCSE" userId="48e8cdf9-ec6e-423c-a6b7-93180a25bc71" providerId="ADAL" clId="{76F49C86-1800-4B1A-BA01-DA5B8E70491A}" dt="2021-10-03T13:10:04.219" v="1624" actId="20577"/>
          <ac:spMkLst>
            <pc:docMk/>
            <pc:sldMk cId="637797877" sldId="271"/>
            <ac:spMk id="3" creationId="{168C8376-EAC6-43A7-9004-3ED6D027F7D6}"/>
          </ac:spMkLst>
        </pc:spChg>
      </pc:sldChg>
      <pc:sldChg chg="modSp add mod ord modClrScheme chgLayout">
        <pc:chgData name="Ali Shaukat Lecturer FCSE" userId="48e8cdf9-ec6e-423c-a6b7-93180a25bc71" providerId="ADAL" clId="{76F49C86-1800-4B1A-BA01-DA5B8E70491A}" dt="2021-10-03T13:09:37.290" v="1594" actId="20577"/>
        <pc:sldMkLst>
          <pc:docMk/>
          <pc:sldMk cId="3273005794" sldId="272"/>
        </pc:sldMkLst>
        <pc:spChg chg="mod ord">
          <ac:chgData name="Ali Shaukat Lecturer FCSE" userId="48e8cdf9-ec6e-423c-a6b7-93180a25bc71" providerId="ADAL" clId="{76F49C86-1800-4B1A-BA01-DA5B8E70491A}" dt="2021-10-03T13:09:37.290" v="1594" actId="20577"/>
          <ac:spMkLst>
            <pc:docMk/>
            <pc:sldMk cId="3273005794" sldId="272"/>
            <ac:spMk id="2" creationId="{1709B303-B73E-48B4-BF04-282F3B273401}"/>
          </ac:spMkLst>
        </pc:spChg>
        <pc:spChg chg="mod ord">
          <ac:chgData name="Ali Shaukat Lecturer FCSE" userId="48e8cdf9-ec6e-423c-a6b7-93180a25bc71" providerId="ADAL" clId="{76F49C86-1800-4B1A-BA01-DA5B8E70491A}" dt="2021-10-03T13:06:48.784" v="1564" actId="700"/>
          <ac:spMkLst>
            <pc:docMk/>
            <pc:sldMk cId="3273005794" sldId="272"/>
            <ac:spMk id="3" creationId="{EB73C061-46C1-4FC4-9F1C-E9355361D9D4}"/>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1DCC6E1-897F-42DA-B491-5D066CD01FFE}" type="datetimeFigureOut">
              <a:rPr lang="en-US" smtClean="0"/>
              <a:t>9/20/2022</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D84284D-4D65-4143-95E1-80D7B46A271A}" type="slidenum">
              <a:rPr lang="en-US" smtClean="0"/>
              <a:t>‹#›</a:t>
            </a:fld>
            <a:endParaRPr lang="en-US"/>
          </a:p>
        </p:txBody>
      </p:sp>
    </p:spTree>
    <p:extLst>
      <p:ext uri="{BB962C8B-B14F-4D97-AF65-F5344CB8AC3E}">
        <p14:creationId xmlns:p14="http://schemas.microsoft.com/office/powerpoint/2010/main" val="399976746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 name="PlaceHolder 1"/>
          <p:cNvSpPr>
            <a:spLocks noGrp="1"/>
          </p:cNvSpPr>
          <p:nvPr>
            <p:ph type="body"/>
          </p:nvPr>
        </p:nvSpPr>
        <p:spPr>
          <a:xfrm>
            <a:off x="685800" y="4343400"/>
            <a:ext cx="5486040" cy="4114440"/>
          </a:xfrm>
          <a:prstGeom prst="rect">
            <a:avLst/>
          </a:prstGeom>
        </p:spPr>
        <p:txBody>
          <a:bodyPr/>
          <a:lstStyle/>
          <a:p>
            <a:r>
              <a:rPr lang="en-US" sz="2000" b="0" strike="noStrike" spc="-1" dirty="0">
                <a:solidFill>
                  <a:srgbClr val="000000"/>
                </a:solidFill>
                <a:uFill>
                  <a:solidFill>
                    <a:srgbClr val="FFFFFF"/>
                  </a:solidFill>
                </a:uFill>
                <a:latin typeface="Arial"/>
              </a:rPr>
              <a:t>These slides just offer a template.  You may change the color scheme and arrangement of items.  However, the information contained on each slide should be what is mentioned.    </a:t>
            </a:r>
          </a:p>
          <a:p>
            <a:r>
              <a:rPr lang="en-US" sz="2000" b="0" strike="noStrike" spc="-1" dirty="0">
                <a:solidFill>
                  <a:srgbClr val="000000"/>
                </a:solidFill>
                <a:uFill>
                  <a:solidFill>
                    <a:srgbClr val="FFFFFF"/>
                  </a:solidFill>
                </a:uFill>
                <a:latin typeface="Arial"/>
              </a:rPr>
              <a:t>Once the proposal is accepted/modified,  students will be asked to submit a detailed proposal/vision document as per requirements.</a:t>
            </a:r>
          </a:p>
        </p:txBody>
      </p:sp>
      <p:sp>
        <p:nvSpPr>
          <p:cNvPr id="93" name="TextShape 2"/>
          <p:cNvSpPr txBox="1"/>
          <p:nvPr/>
        </p:nvSpPr>
        <p:spPr>
          <a:xfrm>
            <a:off x="3884760" y="8685360"/>
            <a:ext cx="2971440" cy="456840"/>
          </a:xfrm>
          <a:prstGeom prst="rect">
            <a:avLst/>
          </a:prstGeom>
          <a:noFill/>
          <a:ln>
            <a:noFill/>
          </a:ln>
        </p:spPr>
        <p:txBody>
          <a:bodyPr anchor="b"/>
          <a:lstStyle/>
          <a:p>
            <a:pPr algn="r">
              <a:lnSpc>
                <a:spcPct val="100000"/>
              </a:lnSpc>
            </a:pPr>
            <a:fld id="{86882225-4FF2-4B32-B958-E4CB62F64462}" type="slidenum">
              <a:rPr lang="en-US" sz="1200" b="0" strike="noStrike" spc="-1">
                <a:solidFill>
                  <a:srgbClr val="000000"/>
                </a:solidFill>
                <a:uFill>
                  <a:solidFill>
                    <a:srgbClr val="FFFFFF"/>
                  </a:solidFill>
                </a:uFill>
                <a:latin typeface="+mn-lt"/>
                <a:ea typeface="+mn-ea"/>
              </a:rPr>
              <a:t>1</a:t>
            </a:fld>
            <a:endParaRPr lang="en-US" sz="1400" b="0" strike="noStrike" spc="-1">
              <a:solidFill>
                <a:srgbClr val="000000"/>
              </a:solidFill>
              <a:uFill>
                <a:solidFill>
                  <a:srgbClr val="FFFFFF"/>
                </a:solidFill>
              </a:uFill>
              <a:latin typeface="Times New Roman"/>
            </a:endParaRPr>
          </a:p>
        </p:txBody>
      </p:sp>
    </p:spTree>
    <p:extLst>
      <p:ext uri="{BB962C8B-B14F-4D97-AF65-F5344CB8AC3E}">
        <p14:creationId xmlns:p14="http://schemas.microsoft.com/office/powerpoint/2010/main" val="387472194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84284D-4D65-4143-95E1-80D7B46A271A}" type="slidenum">
              <a:rPr lang="en-US" smtClean="0"/>
              <a:t>2</a:t>
            </a:fld>
            <a:endParaRPr lang="en-US"/>
          </a:p>
        </p:txBody>
      </p:sp>
    </p:spTree>
    <p:extLst>
      <p:ext uri="{BB962C8B-B14F-4D97-AF65-F5344CB8AC3E}">
        <p14:creationId xmlns:p14="http://schemas.microsoft.com/office/powerpoint/2010/main" val="294628936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84284D-4D65-4143-95E1-80D7B46A271A}" type="slidenum">
              <a:rPr lang="en-US" smtClean="0"/>
              <a:t>10</a:t>
            </a:fld>
            <a:endParaRPr lang="en-US"/>
          </a:p>
        </p:txBody>
      </p:sp>
    </p:spTree>
    <p:extLst>
      <p:ext uri="{BB962C8B-B14F-4D97-AF65-F5344CB8AC3E}">
        <p14:creationId xmlns:p14="http://schemas.microsoft.com/office/powerpoint/2010/main" val="29843768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ED84284D-4D65-4143-95E1-80D7B46A271A}" type="slidenum">
              <a:rPr lang="en-US" smtClean="0"/>
              <a:t>12</a:t>
            </a:fld>
            <a:endParaRPr lang="en-US"/>
          </a:p>
        </p:txBody>
      </p:sp>
    </p:spTree>
    <p:extLst>
      <p:ext uri="{BB962C8B-B14F-4D97-AF65-F5344CB8AC3E}">
        <p14:creationId xmlns:p14="http://schemas.microsoft.com/office/powerpoint/2010/main" val="33134034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32" name="Straight Connector 31"/>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30"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31" name="Isosceles Triangle 30"/>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rot="10800000">
              <a:off x="0" y="0"/>
              <a:ext cx="842596" cy="5666154"/>
            </a:xfrm>
            <a:prstGeom prst="triangle">
              <a:avLst>
                <a:gd name="adj" fmla="val 10000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998816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3600"/>
            </a:lvl1p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88330892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7193951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340EA984-C441-4AA1-B65C-1F488C90E2A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6629407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340EA984-C441-4AA1-B65C-1F488C90E2A5}" type="datetimeFigureOut">
              <a:rPr lang="en-US" smtClean="0"/>
              <a:t>9/20/2022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3290423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340EA984-C441-4AA1-B65C-1F488C90E2A5}" type="datetimeFigureOut">
              <a:rPr lang="en-US" smtClean="0"/>
              <a:t>9/20/2022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46490562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40EA984-C441-4AA1-B65C-1F488C90E2A5}" type="datetimeFigureOut">
              <a:rPr lang="en-US" smtClean="0"/>
              <a:t>9/20/2022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13569952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smtClean="0"/>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0EA984-C441-4AA1-B65C-1F488C90E2A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49220822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340EA984-C441-4AA1-B65C-1F488C90E2A5}" type="datetimeFigureOut">
              <a:rPr lang="en-US" smtClean="0"/>
              <a:t>9/20/2022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8817051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444059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
        <p:nvSpPr>
          <p:cNvPr id="20" name="TextBox 19"/>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2" name="TextBox 21"/>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latin typeface="Arial"/>
              </a:rPr>
              <a:t>”</a:t>
            </a:r>
            <a:endParaRPr lang="en-US" dirty="0">
              <a:solidFill>
                <a:schemeClr val="accent1">
                  <a:lumMod val="60000"/>
                  <a:lumOff val="40000"/>
                </a:schemeClr>
              </a:solidFill>
              <a:latin typeface="Arial"/>
            </a:endParaRPr>
          </a:p>
        </p:txBody>
      </p:sp>
    </p:spTree>
    <p:extLst>
      <p:ext uri="{BB962C8B-B14F-4D97-AF65-F5344CB8AC3E}">
        <p14:creationId xmlns:p14="http://schemas.microsoft.com/office/powerpoint/2010/main" val="404632724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smtClean="0"/>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32020301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extLst>
      <p:ext uri="{BB962C8B-B14F-4D97-AF65-F5344CB8AC3E}">
        <p14:creationId xmlns:p14="http://schemas.microsoft.com/office/powerpoint/2010/main" val="4343844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smtClean="0"/>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smtClean="0"/>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267559241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330764550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340EA984-C441-4AA1-B65C-1F488C90E2A5}" type="datetimeFigureOut">
              <a:rPr lang="en-US" smtClean="0"/>
              <a:t>9/20/2022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08178E13-F366-417E-8D8D-17AB22CBD6E6}" type="slidenum">
              <a:rPr lang="en-US" smtClean="0"/>
              <a:t>‹#›</a:t>
            </a:fld>
            <a:endParaRPr lang="en-US"/>
          </a:p>
        </p:txBody>
      </p:sp>
    </p:spTree>
    <p:extLst>
      <p:ext uri="{BB962C8B-B14F-4D97-AF65-F5344CB8AC3E}">
        <p14:creationId xmlns:p14="http://schemas.microsoft.com/office/powerpoint/2010/main" val="407671410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x">
  <p:cSld name="1_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600" y="274680"/>
            <a:ext cx="10972320" cy="1142640"/>
          </a:xfrm>
          <a:prstGeom prst="rect">
            <a:avLst/>
          </a:prstGeom>
        </p:spPr>
        <p:txBody>
          <a:bodyPr lIns="0" tIns="0" rIns="0" bIns="0" anchor="ctr"/>
          <a:lstStyle/>
          <a:p>
            <a:endParaRPr lang="en-US" sz="1800" b="0" strike="noStrike" spc="-1">
              <a:solidFill>
                <a:srgbClr val="000000"/>
              </a:solidFill>
              <a:uFill>
                <a:solidFill>
                  <a:srgbClr val="FFFFFF"/>
                </a:solidFill>
              </a:uFill>
              <a:latin typeface="Calibri"/>
            </a:endParaRPr>
          </a:p>
        </p:txBody>
      </p:sp>
      <p:sp>
        <p:nvSpPr>
          <p:cNvPr id="6" name="PlaceHolder 2"/>
          <p:cNvSpPr>
            <a:spLocks noGrp="1"/>
          </p:cNvSpPr>
          <p:nvPr>
            <p:ph type="subTitle"/>
          </p:nvPr>
        </p:nvSpPr>
        <p:spPr>
          <a:xfrm>
            <a:off x="609600" y="1600200"/>
            <a:ext cx="10972320" cy="4525560"/>
          </a:xfrm>
          <a:prstGeom prst="rect">
            <a:avLst/>
          </a:prstGeom>
        </p:spPr>
        <p:txBody>
          <a:bodyPr lIns="0" tIns="0" rIns="0" bIns="0" anchor="ctr"/>
          <a:lstStyle/>
          <a:p>
            <a:pPr algn="ctr"/>
            <a:endParaRPr lang="en-US" sz="3200" b="0" strike="noStrike" spc="-1">
              <a:solidFill>
                <a:srgbClr val="000000"/>
              </a:solidFill>
              <a:uFill>
                <a:solidFill>
                  <a:srgbClr val="FFFFFF"/>
                </a:solidFill>
              </a:uFill>
              <a:latin typeface="Arial"/>
            </a:endParaRPr>
          </a:p>
        </p:txBody>
      </p:sp>
    </p:spTree>
    <p:extLst>
      <p:ext uri="{BB962C8B-B14F-4D97-AF65-F5344CB8AC3E}">
        <p14:creationId xmlns:p14="http://schemas.microsoft.com/office/powerpoint/2010/main" val="4562964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7" name="Group 6"/>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bg1">
                  <a:lumMod val="75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bg1">
                  <a:lumMod val="85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2">
                <a:alpha val="72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2">
                <a:lumMod val="75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1">
                <a:lumMod val="60000"/>
                <a:lumOff val="40000"/>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1">
                <a:alpha val="65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9" name="Isosceles Triangle 28"/>
            <p:cNvSpPr/>
            <p:nvPr/>
          </p:nvSpPr>
          <p:spPr>
            <a:xfrm>
              <a:off x="0" y="4013200"/>
              <a:ext cx="448733" cy="2844800"/>
            </a:xfrm>
            <a:prstGeom prst="triangle">
              <a:avLst>
                <a:gd name="adj" fmla="val 0"/>
              </a:avLst>
            </a:prstGeom>
            <a:solidFill>
              <a:schemeClr val="accent1">
                <a:alpha val="85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340EA984-C441-4AA1-B65C-1F488C90E2A5}" type="datetimeFigureOut">
              <a:rPr lang="en-US" smtClean="0"/>
              <a:t>9/20/2022</a:t>
            </a:fld>
            <a:endParaRPr lang="en-US"/>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08178E13-F366-417E-8D8D-17AB22CBD6E6}" type="slidenum">
              <a:rPr lang="en-US" smtClean="0"/>
              <a:t>‹#›</a:t>
            </a:fld>
            <a:endParaRPr lang="en-US"/>
          </a:p>
        </p:txBody>
      </p:sp>
    </p:spTree>
    <p:extLst>
      <p:ext uri="{BB962C8B-B14F-4D97-AF65-F5344CB8AC3E}">
        <p14:creationId xmlns:p14="http://schemas.microsoft.com/office/powerpoint/2010/main" val="1348097232"/>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 id="2147483674" r:id="rId13"/>
    <p:sldLayoutId id="2147483675" r:id="rId14"/>
    <p:sldLayoutId id="2147483676" r:id="rId15"/>
    <p:sldLayoutId id="2147483677" r:id="rId16"/>
    <p:sldLayoutId id="2147483678" r:id="rId17"/>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TextShape 1"/>
          <p:cNvSpPr txBox="1"/>
          <p:nvPr/>
        </p:nvSpPr>
        <p:spPr>
          <a:xfrm>
            <a:off x="2482516" y="383220"/>
            <a:ext cx="7772040" cy="1469520"/>
          </a:xfrm>
          <a:prstGeom prst="rect">
            <a:avLst/>
          </a:prstGeom>
          <a:noFill/>
          <a:ln>
            <a:noFill/>
          </a:ln>
        </p:spPr>
        <p:txBody>
          <a:bodyPr anchor="ctr"/>
          <a:lstStyle/>
          <a:p>
            <a:pPr algn="ctr">
              <a:lnSpc>
                <a:spcPct val="100000"/>
              </a:lnSpc>
            </a:pPr>
            <a:r>
              <a:rPr lang="en-US" sz="4400" spc="-1" dirty="0" smtClean="0">
                <a:solidFill>
                  <a:srgbClr val="000000"/>
                </a:solidFill>
                <a:uFill>
                  <a:solidFill>
                    <a:srgbClr val="FFFFFF"/>
                  </a:solidFill>
                </a:uFill>
                <a:latin typeface="Calibri"/>
              </a:rPr>
              <a:t>Remote G Proctor</a:t>
            </a:r>
            <a:endParaRPr lang="en-US" spc="-1" dirty="0">
              <a:solidFill>
                <a:srgbClr val="000000"/>
              </a:solidFill>
              <a:uFill>
                <a:solidFill>
                  <a:srgbClr val="FFFFFF"/>
                </a:solidFill>
              </a:uFill>
              <a:latin typeface="Calibri"/>
            </a:endParaRPr>
          </a:p>
        </p:txBody>
      </p:sp>
      <p:sp>
        <p:nvSpPr>
          <p:cNvPr id="84" name="TextShape 2"/>
          <p:cNvSpPr txBox="1"/>
          <p:nvPr/>
        </p:nvSpPr>
        <p:spPr>
          <a:xfrm>
            <a:off x="2209800" y="1817054"/>
            <a:ext cx="6400440" cy="4051712"/>
          </a:xfrm>
          <a:prstGeom prst="rect">
            <a:avLst/>
          </a:prstGeom>
          <a:noFill/>
          <a:ln>
            <a:noFill/>
          </a:ln>
        </p:spPr>
        <p:txBody>
          <a:bodyPr/>
          <a:lstStyle/>
          <a:p>
            <a:pPr algn="ctr">
              <a:lnSpc>
                <a:spcPct val="100000"/>
              </a:lnSpc>
            </a:pPr>
            <a:r>
              <a:rPr lang="en-US" sz="2400" spc="-1" dirty="0">
                <a:solidFill>
                  <a:srgbClr val="8B8B8B"/>
                </a:solidFill>
                <a:uFill>
                  <a:solidFill>
                    <a:srgbClr val="FFFFFF"/>
                  </a:solidFill>
                </a:uFill>
                <a:latin typeface="Calibri"/>
              </a:rPr>
              <a:t>Team Members:</a:t>
            </a:r>
            <a:endParaRPr lang="en-US" sz="2400" spc="-1" dirty="0">
              <a:solidFill>
                <a:srgbClr val="000000"/>
              </a:solidFill>
              <a:uFill>
                <a:solidFill>
                  <a:srgbClr val="FFFFFF"/>
                </a:solidFill>
              </a:uFill>
              <a:latin typeface="Arial"/>
            </a:endParaRPr>
          </a:p>
          <a:p>
            <a:pPr algn="ctr">
              <a:lnSpc>
                <a:spcPct val="100000"/>
              </a:lnSpc>
            </a:pPr>
            <a:r>
              <a:rPr lang="en-US" sz="2400" spc="-1" dirty="0" smtClean="0">
                <a:solidFill>
                  <a:srgbClr val="8B8B8B"/>
                </a:solidFill>
                <a:uFill>
                  <a:solidFill>
                    <a:srgbClr val="FFFFFF"/>
                  </a:solidFill>
                </a:uFill>
                <a:latin typeface="Calibri"/>
              </a:rPr>
              <a:t>2019293 Mr. Muhammad Ameer Hamza Shah</a:t>
            </a:r>
            <a:endParaRPr lang="en-US" sz="2400" spc="-1" dirty="0" smtClean="0">
              <a:solidFill>
                <a:srgbClr val="000000"/>
              </a:solidFill>
              <a:uFill>
                <a:solidFill>
                  <a:srgbClr val="FFFFFF"/>
                </a:solidFill>
              </a:uFill>
              <a:latin typeface="Arial"/>
            </a:endParaRPr>
          </a:p>
          <a:p>
            <a:pPr algn="ctr"/>
            <a:r>
              <a:rPr lang="en-US" sz="2400" spc="-1" dirty="0" smtClean="0">
                <a:solidFill>
                  <a:srgbClr val="8B8B8B"/>
                </a:solidFill>
                <a:uFill>
                  <a:solidFill>
                    <a:srgbClr val="FFFFFF"/>
                  </a:solidFill>
                </a:uFill>
                <a:latin typeface="Calibri"/>
              </a:rPr>
              <a:t>2019144 Mr. </a:t>
            </a:r>
            <a:r>
              <a:rPr lang="en-US" sz="2400" spc="-1" dirty="0" smtClean="0">
                <a:solidFill>
                  <a:srgbClr val="8B8B8B"/>
                </a:solidFill>
                <a:uFill>
                  <a:solidFill>
                    <a:srgbClr val="FFFFFF"/>
                  </a:solidFill>
                </a:uFill>
                <a:latin typeface="Calibri"/>
              </a:rPr>
              <a:t>Hamid Ali</a:t>
            </a:r>
            <a:endParaRPr lang="en-US" sz="2400" spc="-1" dirty="0" smtClean="0">
              <a:solidFill>
                <a:srgbClr val="000000"/>
              </a:solidFill>
              <a:uFill>
                <a:solidFill>
                  <a:srgbClr val="FFFFFF"/>
                </a:solidFill>
              </a:uFill>
              <a:latin typeface="Arial"/>
            </a:endParaRPr>
          </a:p>
          <a:p>
            <a:pPr algn="ctr"/>
            <a:r>
              <a:rPr lang="en-US" sz="2400" spc="-1" dirty="0" smtClean="0">
                <a:solidFill>
                  <a:srgbClr val="8B8B8B"/>
                </a:solidFill>
                <a:uFill>
                  <a:solidFill>
                    <a:srgbClr val="FFFFFF"/>
                  </a:solidFill>
                </a:uFill>
                <a:latin typeface="Calibri"/>
              </a:rPr>
              <a:t>2019235 Mr. </a:t>
            </a:r>
            <a:r>
              <a:rPr lang="en-US" sz="2400" spc="-1" dirty="0" err="1" smtClean="0">
                <a:solidFill>
                  <a:srgbClr val="8B8B8B"/>
                </a:solidFill>
                <a:uFill>
                  <a:solidFill>
                    <a:srgbClr val="FFFFFF"/>
                  </a:solidFill>
                </a:uFill>
                <a:latin typeface="Calibri"/>
              </a:rPr>
              <a:t>Mian</a:t>
            </a:r>
            <a:r>
              <a:rPr lang="en-US" sz="2400" spc="-1" dirty="0" smtClean="0">
                <a:solidFill>
                  <a:srgbClr val="8B8B8B"/>
                </a:solidFill>
                <a:uFill>
                  <a:solidFill>
                    <a:srgbClr val="FFFFFF"/>
                  </a:solidFill>
                </a:uFill>
                <a:latin typeface="Calibri"/>
              </a:rPr>
              <a:t> Ali shah</a:t>
            </a:r>
            <a:endParaRPr lang="en-US" sz="2400" spc="-1" dirty="0" smtClean="0">
              <a:solidFill>
                <a:srgbClr val="000000"/>
              </a:solidFill>
              <a:uFill>
                <a:solidFill>
                  <a:srgbClr val="FFFFFF"/>
                </a:solidFill>
              </a:uFill>
              <a:latin typeface="Arial"/>
            </a:endParaRPr>
          </a:p>
          <a:p>
            <a:pPr algn="ctr"/>
            <a:endParaRPr lang="en-US" sz="2400" spc="-1" dirty="0" smtClean="0">
              <a:solidFill>
                <a:srgbClr val="000000"/>
              </a:solidFill>
              <a:uFill>
                <a:solidFill>
                  <a:srgbClr val="FFFFFF"/>
                </a:solidFill>
              </a:uFill>
              <a:latin typeface="Arial"/>
            </a:endParaRPr>
          </a:p>
          <a:p>
            <a:pPr algn="ctr">
              <a:lnSpc>
                <a:spcPct val="100000"/>
              </a:lnSpc>
            </a:pPr>
            <a:r>
              <a:rPr lang="en-US" sz="2400" spc="-1" dirty="0">
                <a:solidFill>
                  <a:srgbClr val="8B8B8B"/>
                </a:solidFill>
                <a:uFill>
                  <a:solidFill>
                    <a:srgbClr val="FFFFFF"/>
                  </a:solidFill>
                </a:uFill>
                <a:latin typeface="Calibri"/>
              </a:rPr>
              <a:t/>
            </a:r>
            <a:br>
              <a:rPr lang="en-US" sz="2400" spc="-1" dirty="0">
                <a:solidFill>
                  <a:srgbClr val="8B8B8B"/>
                </a:solidFill>
                <a:uFill>
                  <a:solidFill>
                    <a:srgbClr val="FFFFFF"/>
                  </a:solidFill>
                </a:uFill>
                <a:latin typeface="Calibri"/>
              </a:rPr>
            </a:br>
            <a:r>
              <a:rPr lang="en-US" sz="2400" spc="-1" dirty="0">
                <a:solidFill>
                  <a:srgbClr val="8B8B8B"/>
                </a:solidFill>
                <a:uFill>
                  <a:solidFill>
                    <a:srgbClr val="FFFFFF"/>
                  </a:solidFill>
                </a:uFill>
                <a:latin typeface="Calibri"/>
              </a:rPr>
              <a:t>Supervisor</a:t>
            </a:r>
            <a:endParaRPr lang="en-US" sz="2400" spc="-1" dirty="0">
              <a:solidFill>
                <a:srgbClr val="000000"/>
              </a:solidFill>
              <a:uFill>
                <a:solidFill>
                  <a:srgbClr val="FFFFFF"/>
                </a:solidFill>
              </a:uFill>
              <a:latin typeface="Arial"/>
            </a:endParaRPr>
          </a:p>
          <a:p>
            <a:pPr algn="ctr">
              <a:lnSpc>
                <a:spcPct val="100000"/>
              </a:lnSpc>
            </a:pPr>
            <a:r>
              <a:rPr lang="en-US" sz="2400" spc="-1" dirty="0">
                <a:solidFill>
                  <a:srgbClr val="8B8B8B"/>
                </a:solidFill>
                <a:uFill>
                  <a:solidFill>
                    <a:srgbClr val="FFFFFF"/>
                  </a:solidFill>
                </a:uFill>
                <a:latin typeface="Calibri"/>
              </a:rPr>
              <a:t>Mr</a:t>
            </a:r>
            <a:r>
              <a:rPr lang="en-US" sz="2400" spc="-1" dirty="0" smtClean="0">
                <a:solidFill>
                  <a:srgbClr val="8B8B8B"/>
                </a:solidFill>
                <a:uFill>
                  <a:solidFill>
                    <a:srgbClr val="FFFFFF"/>
                  </a:solidFill>
                </a:uFill>
                <a:latin typeface="Calibri"/>
              </a:rPr>
              <a:t>. Ali </a:t>
            </a:r>
            <a:r>
              <a:rPr lang="en-US" sz="2400" spc="-1" dirty="0" err="1" smtClean="0">
                <a:solidFill>
                  <a:srgbClr val="8B8B8B"/>
                </a:solidFill>
                <a:uFill>
                  <a:solidFill>
                    <a:srgbClr val="FFFFFF"/>
                  </a:solidFill>
                </a:uFill>
                <a:latin typeface="Calibri"/>
              </a:rPr>
              <a:t>Shoukat</a:t>
            </a:r>
            <a:r>
              <a:rPr lang="en-US" sz="2400" spc="-1" dirty="0">
                <a:solidFill>
                  <a:srgbClr val="8B8B8B"/>
                </a:solidFill>
                <a:uFill>
                  <a:solidFill>
                    <a:srgbClr val="FFFFFF"/>
                  </a:solidFill>
                </a:uFill>
                <a:latin typeface="Calibri"/>
              </a:rPr>
              <a:t/>
            </a:r>
            <a:br>
              <a:rPr lang="en-US" sz="2400" spc="-1" dirty="0">
                <a:solidFill>
                  <a:srgbClr val="8B8B8B"/>
                </a:solidFill>
                <a:uFill>
                  <a:solidFill>
                    <a:srgbClr val="FFFFFF"/>
                  </a:solidFill>
                </a:uFill>
                <a:latin typeface="Calibri"/>
              </a:rPr>
            </a:br>
            <a:r>
              <a:rPr lang="en-US" sz="2400" spc="-1" dirty="0">
                <a:solidFill>
                  <a:srgbClr val="8B8B8B"/>
                </a:solidFill>
                <a:uFill>
                  <a:solidFill>
                    <a:srgbClr val="FFFFFF"/>
                  </a:solidFill>
                </a:uFill>
                <a:latin typeface="Calibri"/>
              </a:rPr>
              <a:t/>
            </a:r>
            <a:br>
              <a:rPr lang="en-US" sz="2400" spc="-1" dirty="0">
                <a:solidFill>
                  <a:srgbClr val="8B8B8B"/>
                </a:solidFill>
                <a:uFill>
                  <a:solidFill>
                    <a:srgbClr val="FFFFFF"/>
                  </a:solidFill>
                </a:uFill>
                <a:latin typeface="Calibri"/>
              </a:rPr>
            </a:br>
            <a:r>
              <a:rPr lang="en-US" sz="2400" spc="-1" dirty="0">
                <a:solidFill>
                  <a:srgbClr val="8B8B8B"/>
                </a:solidFill>
                <a:uFill>
                  <a:solidFill>
                    <a:srgbClr val="FFFFFF"/>
                  </a:solidFill>
                </a:uFill>
                <a:latin typeface="Calibri"/>
              </a:rPr>
              <a:t>Co-supervisor</a:t>
            </a:r>
            <a:endParaRPr lang="en-US" sz="2400" spc="-1" dirty="0">
              <a:solidFill>
                <a:srgbClr val="000000"/>
              </a:solidFill>
              <a:uFill>
                <a:solidFill>
                  <a:srgbClr val="FFFFFF"/>
                </a:solidFill>
              </a:uFill>
              <a:latin typeface="Arial"/>
            </a:endParaRPr>
          </a:p>
          <a:p>
            <a:pPr algn="ctr">
              <a:lnSpc>
                <a:spcPct val="100000"/>
              </a:lnSpc>
            </a:pPr>
            <a:r>
              <a:rPr lang="en-US" sz="2400" spc="-1" dirty="0" smtClean="0">
                <a:solidFill>
                  <a:srgbClr val="8B8B8B"/>
                </a:solidFill>
                <a:uFill>
                  <a:solidFill>
                    <a:srgbClr val="FFFFFF"/>
                  </a:solidFill>
                </a:uFill>
                <a:latin typeface="Calibri"/>
              </a:rPr>
              <a:t>Mr</a:t>
            </a:r>
            <a:r>
              <a:rPr lang="en-US" sz="2400" spc="-1" dirty="0" smtClean="0">
                <a:solidFill>
                  <a:srgbClr val="8B8B8B"/>
                </a:solidFill>
                <a:uFill>
                  <a:solidFill>
                    <a:srgbClr val="FFFFFF"/>
                  </a:solidFill>
                </a:uFill>
                <a:latin typeface="Calibri"/>
              </a:rPr>
              <a:t>. Muhammad </a:t>
            </a:r>
            <a:r>
              <a:rPr lang="en-US" sz="2400" spc="-1" dirty="0" err="1" smtClean="0">
                <a:solidFill>
                  <a:srgbClr val="8B8B8B"/>
                </a:solidFill>
                <a:uFill>
                  <a:solidFill>
                    <a:srgbClr val="FFFFFF"/>
                  </a:solidFill>
                </a:uFill>
                <a:latin typeface="Calibri"/>
              </a:rPr>
              <a:t>Mohsin</a:t>
            </a:r>
            <a:endParaRPr lang="en-US" sz="2400" spc="-1" dirty="0">
              <a:solidFill>
                <a:srgbClr val="000000"/>
              </a:solidFill>
              <a:uFill>
                <a:solidFill>
                  <a:srgbClr val="FFFFFF"/>
                </a:solidFill>
              </a:uFill>
              <a:latin typeface="Arial"/>
            </a:endParaRPr>
          </a:p>
          <a:p>
            <a:pPr algn="ctr">
              <a:lnSpc>
                <a:spcPct val="100000"/>
              </a:lnSpc>
            </a:pPr>
            <a:endParaRPr lang="en-US" sz="2400" spc="-1" dirty="0">
              <a:solidFill>
                <a:srgbClr val="000000"/>
              </a:solidFill>
              <a:uFill>
                <a:solidFill>
                  <a:srgbClr val="FFFFFF"/>
                </a:solidFill>
              </a:uFill>
              <a:latin typeface="Arial"/>
            </a:endParaRPr>
          </a:p>
        </p:txBody>
      </p:sp>
      <p:sp>
        <p:nvSpPr>
          <p:cNvPr id="85" name="CustomShape 3"/>
          <p:cNvSpPr/>
          <p:nvPr/>
        </p:nvSpPr>
        <p:spPr>
          <a:xfrm>
            <a:off x="10126219" y="383220"/>
            <a:ext cx="160452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pc="-1" dirty="0">
                <a:solidFill>
                  <a:srgbClr val="000000"/>
                </a:solidFill>
                <a:uFill>
                  <a:solidFill>
                    <a:srgbClr val="FFFFFF"/>
                  </a:solidFill>
                </a:uFill>
                <a:latin typeface="Calibri"/>
              </a:rPr>
              <a:t>University Logo</a:t>
            </a:r>
            <a:endParaRPr lang="en-US" spc="-1" dirty="0">
              <a:solidFill>
                <a:srgbClr val="000000"/>
              </a:solidFill>
              <a:uFill>
                <a:solidFill>
                  <a:srgbClr val="FFFFFF"/>
                </a:solidFill>
              </a:uFill>
              <a:latin typeface="Arial"/>
            </a:endParaRPr>
          </a:p>
        </p:txBody>
      </p:sp>
      <p:sp>
        <p:nvSpPr>
          <p:cNvPr id="86" name="CustomShape 4"/>
          <p:cNvSpPr/>
          <p:nvPr/>
        </p:nvSpPr>
        <p:spPr>
          <a:xfrm>
            <a:off x="301314" y="383220"/>
            <a:ext cx="2241360" cy="36468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nSpc>
                <a:spcPct val="100000"/>
              </a:lnSpc>
            </a:pPr>
            <a:r>
              <a:rPr lang="en-US" spc="-1" dirty="0">
                <a:solidFill>
                  <a:srgbClr val="000000"/>
                </a:solidFill>
                <a:uFill>
                  <a:solidFill>
                    <a:srgbClr val="FFFFFF"/>
                  </a:solidFill>
                </a:uFill>
                <a:latin typeface="Calibri"/>
              </a:rPr>
              <a:t>Sponsor logo (if any)</a:t>
            </a:r>
            <a:endParaRPr lang="en-US" spc="-1" dirty="0">
              <a:solidFill>
                <a:srgbClr val="000000"/>
              </a:solidFill>
              <a:uFill>
                <a:solidFill>
                  <a:srgbClr val="FFFFFF"/>
                </a:solidFill>
              </a:uFill>
              <a:latin typeface="Arial"/>
            </a:endParaRPr>
          </a:p>
        </p:txBody>
      </p:sp>
      <p:sp>
        <p:nvSpPr>
          <p:cNvPr id="87" name="CustomShape 5"/>
          <p:cNvSpPr/>
          <p:nvPr/>
        </p:nvSpPr>
        <p:spPr>
          <a:xfrm>
            <a:off x="2209800" y="6051960"/>
            <a:ext cx="7772040" cy="639000"/>
          </a:xfrm>
          <a:prstGeom prst="rect">
            <a:avLst/>
          </a:prstGeom>
          <a:noFill/>
          <a:ln>
            <a:noFill/>
          </a:ln>
        </p:spPr>
        <p:style>
          <a:lnRef idx="0">
            <a:scrgbClr r="0" g="0" b="0"/>
          </a:lnRef>
          <a:fillRef idx="0">
            <a:scrgbClr r="0" g="0" b="0"/>
          </a:fillRef>
          <a:effectRef idx="0">
            <a:scrgbClr r="0" g="0" b="0"/>
          </a:effectRef>
          <a:fontRef idx="minor"/>
        </p:style>
        <p:txBody>
          <a:bodyPr wrap="none" lIns="90000" tIns="45000" rIns="90000" bIns="45000"/>
          <a:lstStyle/>
          <a:p>
            <a:pPr algn="ctr">
              <a:lnSpc>
                <a:spcPct val="100000"/>
              </a:lnSpc>
            </a:pPr>
            <a:r>
              <a:rPr lang="en-US" spc="-1" dirty="0">
                <a:solidFill>
                  <a:srgbClr val="000000"/>
                </a:solidFill>
                <a:uFill>
                  <a:solidFill>
                    <a:srgbClr val="FFFFFF"/>
                  </a:solidFill>
                </a:uFill>
                <a:latin typeface="Calibri"/>
              </a:rPr>
              <a:t>Faculty of Computer Sciences and Engineering</a:t>
            </a:r>
            <a:br>
              <a:rPr lang="en-US" spc="-1" dirty="0">
                <a:solidFill>
                  <a:srgbClr val="000000"/>
                </a:solidFill>
                <a:uFill>
                  <a:solidFill>
                    <a:srgbClr val="FFFFFF"/>
                  </a:solidFill>
                </a:uFill>
                <a:latin typeface="Calibri"/>
              </a:rPr>
            </a:br>
            <a:r>
              <a:rPr lang="en-US" spc="-1" dirty="0">
                <a:solidFill>
                  <a:srgbClr val="000000"/>
                </a:solidFill>
                <a:uFill>
                  <a:solidFill>
                    <a:srgbClr val="FFFFFF"/>
                  </a:solidFill>
                </a:uFill>
                <a:latin typeface="Calibri"/>
              </a:rPr>
              <a:t>Ghulam </a:t>
            </a:r>
            <a:r>
              <a:rPr lang="en-US" spc="-1" dirty="0" err="1">
                <a:solidFill>
                  <a:srgbClr val="000000"/>
                </a:solidFill>
                <a:uFill>
                  <a:solidFill>
                    <a:srgbClr val="FFFFFF"/>
                  </a:solidFill>
                </a:uFill>
                <a:latin typeface="Calibri"/>
              </a:rPr>
              <a:t>Ishaq</a:t>
            </a:r>
            <a:r>
              <a:rPr lang="en-US" spc="-1" dirty="0">
                <a:solidFill>
                  <a:srgbClr val="000000"/>
                </a:solidFill>
                <a:uFill>
                  <a:solidFill>
                    <a:srgbClr val="FFFFFF"/>
                  </a:solidFill>
                </a:uFill>
                <a:latin typeface="Calibri"/>
              </a:rPr>
              <a:t> Khan Institute of Engineering Sciences and Technology, Pakistan</a:t>
            </a:r>
            <a:endParaRPr lang="en-US" spc="-1" dirty="0">
              <a:solidFill>
                <a:srgbClr val="000000"/>
              </a:solidFill>
              <a:uFill>
                <a:solidFill>
                  <a:srgbClr val="FFFFFF"/>
                </a:solidFill>
              </a:uFill>
              <a:latin typeface="Arial"/>
            </a:endParaRPr>
          </a:p>
        </p:txBody>
      </p:sp>
    </p:spTree>
  </p:cSld>
  <p:clrMapOvr>
    <a:masterClrMapping/>
  </p:clrMapOvr>
  <p:timing>
    <p:tnLst>
      <p:par>
        <p:cTn id="1" dur="indefinite" restart="never" nodeType="tmRoot">
          <p:childTnLst>
            <p:seq>
              <p:cTn id="2" nodeType="mainSeq"/>
              <p:prevCondLst>
                <p:cond evt="onPrev" delay="0">
                  <p:tgtEl>
                    <p:sldTgt/>
                  </p:tgtEl>
                </p:cond>
              </p:prevCondLst>
              <p:nextCondLst>
                <p:cond evt="onNext" delay="0">
                  <p:tgtEl>
                    <p:sldTgt/>
                  </p:tgtEl>
                </p:cond>
              </p:nextCondLst>
            </p:seq>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Table 10">
            <a:extLst>
              <a:ext uri="{FF2B5EF4-FFF2-40B4-BE49-F238E27FC236}">
                <a16:creationId xmlns:a16="http://schemas.microsoft.com/office/drawing/2014/main" xmlns="" id="{D5E2B7D4-FEFC-4EC9-9C47-1E1244C24FC6}"/>
              </a:ext>
            </a:extLst>
          </p:cNvPr>
          <p:cNvGraphicFramePr>
            <a:graphicFrameLocks noGrp="1"/>
          </p:cNvGraphicFramePr>
          <p:nvPr>
            <p:extLst>
              <p:ext uri="{D42A27DB-BD31-4B8C-83A1-F6EECF244321}">
                <p14:modId xmlns:p14="http://schemas.microsoft.com/office/powerpoint/2010/main" val="607810979"/>
              </p:ext>
            </p:extLst>
          </p:nvPr>
        </p:nvGraphicFramePr>
        <p:xfrm>
          <a:off x="1867995" y="1570305"/>
          <a:ext cx="8456009" cy="3762416"/>
        </p:xfrm>
        <a:graphic>
          <a:graphicData uri="http://schemas.openxmlformats.org/drawingml/2006/table">
            <a:tbl>
              <a:tblPr>
                <a:tableStyleId>{2D5ABB26-0587-4C30-8999-92F81FD0307C}</a:tableStyleId>
              </a:tblPr>
              <a:tblGrid>
                <a:gridCol w="4553234">
                  <a:extLst>
                    <a:ext uri="{9D8B030D-6E8A-4147-A177-3AD203B41FA5}">
                      <a16:colId xmlns:a16="http://schemas.microsoft.com/office/drawing/2014/main" xmlns="" val="838478164"/>
                    </a:ext>
                  </a:extLst>
                </a:gridCol>
                <a:gridCol w="780555">
                  <a:extLst>
                    <a:ext uri="{9D8B030D-6E8A-4147-A177-3AD203B41FA5}">
                      <a16:colId xmlns:a16="http://schemas.microsoft.com/office/drawing/2014/main" xmlns="" val="2847325720"/>
                    </a:ext>
                  </a:extLst>
                </a:gridCol>
                <a:gridCol w="780555">
                  <a:extLst>
                    <a:ext uri="{9D8B030D-6E8A-4147-A177-3AD203B41FA5}">
                      <a16:colId xmlns:a16="http://schemas.microsoft.com/office/drawing/2014/main" xmlns="" val="1080956892"/>
                    </a:ext>
                  </a:extLst>
                </a:gridCol>
                <a:gridCol w="780555">
                  <a:extLst>
                    <a:ext uri="{9D8B030D-6E8A-4147-A177-3AD203B41FA5}">
                      <a16:colId xmlns:a16="http://schemas.microsoft.com/office/drawing/2014/main" xmlns="" val="3208025765"/>
                    </a:ext>
                  </a:extLst>
                </a:gridCol>
                <a:gridCol w="780555">
                  <a:extLst>
                    <a:ext uri="{9D8B030D-6E8A-4147-A177-3AD203B41FA5}">
                      <a16:colId xmlns:a16="http://schemas.microsoft.com/office/drawing/2014/main" xmlns="" val="1963502307"/>
                    </a:ext>
                  </a:extLst>
                </a:gridCol>
                <a:gridCol w="780555">
                  <a:extLst>
                    <a:ext uri="{9D8B030D-6E8A-4147-A177-3AD203B41FA5}">
                      <a16:colId xmlns:a16="http://schemas.microsoft.com/office/drawing/2014/main" xmlns="" val="2704512138"/>
                    </a:ext>
                  </a:extLst>
                </a:gridCol>
              </a:tblGrid>
              <a:tr h="445236">
                <a:tc>
                  <a:txBody>
                    <a:bodyPr/>
                    <a:lstStyle/>
                    <a:p>
                      <a:pPr algn="l" fontAlgn="b"/>
                      <a:r>
                        <a:rPr lang="en-US" sz="1600" b="1" u="none" strike="noStrike" dirty="0">
                          <a:effectLst/>
                        </a:rPr>
                        <a:t>Rubrics</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PLO1</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PLO2</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PLO8</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PLO12</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b="1" u="none" strike="noStrike" dirty="0">
                          <a:effectLst/>
                        </a:rPr>
                        <a:t>Marks</a:t>
                      </a:r>
                      <a:endParaRPr lang="en-US" sz="1600" b="1"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477648268"/>
                  </a:ext>
                </a:extLst>
              </a:tr>
              <a:tr h="445236">
                <a:tc>
                  <a:txBody>
                    <a:bodyPr/>
                    <a:lstStyle/>
                    <a:p>
                      <a:pPr algn="l" fontAlgn="b"/>
                      <a:r>
                        <a:rPr lang="en-US" sz="1600" u="none" strike="noStrike" dirty="0">
                          <a:effectLst/>
                        </a:rPr>
                        <a:t>Problem statement clearly defined</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2213873708"/>
                  </a:ext>
                </a:extLst>
              </a:tr>
              <a:tr h="445236">
                <a:tc>
                  <a:txBody>
                    <a:bodyPr/>
                    <a:lstStyle/>
                    <a:p>
                      <a:pPr algn="l" fontAlgn="b"/>
                      <a:r>
                        <a:rPr lang="en-US" sz="1600" u="none" strike="noStrike" dirty="0">
                          <a:effectLst/>
                        </a:rPr>
                        <a:t>Motivation/Justification/Ethical Impact</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1845061658"/>
                  </a:ext>
                </a:extLst>
              </a:tr>
              <a:tr h="445236">
                <a:tc>
                  <a:txBody>
                    <a:bodyPr/>
                    <a:lstStyle/>
                    <a:p>
                      <a:pPr algn="l" fontAlgn="b"/>
                      <a:r>
                        <a:rPr lang="en-US" sz="1600" u="none" strike="noStrike" dirty="0">
                          <a:effectLst/>
                        </a:rPr>
                        <a:t>Literature Review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3889624271"/>
                  </a:ext>
                </a:extLst>
              </a:tr>
              <a:tr h="552536">
                <a:tc>
                  <a:txBody>
                    <a:bodyPr/>
                    <a:lstStyle/>
                    <a:p>
                      <a:pPr algn="l" fontAlgn="b"/>
                      <a:r>
                        <a:rPr lang="en-US" sz="1600" u="none" strike="noStrike" dirty="0">
                          <a:effectLst/>
                        </a:rPr>
                        <a:t>In-depth engineering/computing knowledge required</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128636211"/>
                  </a:ext>
                </a:extLst>
              </a:tr>
              <a:tr h="1428936">
                <a:tc>
                  <a:txBody>
                    <a:bodyPr/>
                    <a:lstStyle/>
                    <a:p>
                      <a:pPr algn="l" fontAlgn="b"/>
                      <a:r>
                        <a:rPr lang="en-US" sz="1600" u="none" strike="noStrike" dirty="0">
                          <a:effectLst/>
                        </a:rPr>
                        <a:t>Involve at least one of the following attributes: wide-ranging/conﬂicting technical issues, no obvious solution, infrequently encountered issues, diverse groups of stakeholders, or component parts/sub-problems.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 </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a:effectLst/>
                        </a:rPr>
                        <a:t> </a:t>
                      </a:r>
                      <a:endParaRPr lang="en-US" sz="1600" b="0" i="0" u="none" strike="noStrike">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ctr" fontAlgn="b"/>
                      <a:r>
                        <a:rPr lang="en-US" sz="1600" u="none" strike="noStrike" dirty="0">
                          <a:effectLst/>
                        </a:rPr>
                        <a:t>5</a:t>
                      </a:r>
                      <a:endParaRPr lang="en-US" sz="1600" b="0" i="0" u="none" strike="noStrike" dirty="0">
                        <a:solidFill>
                          <a:srgbClr val="000000"/>
                        </a:solidFill>
                        <a:effectLst/>
                        <a:latin typeface="Calibri" panose="020F0502020204030204" pitchFamily="34" charset="0"/>
                      </a:endParaRPr>
                    </a:p>
                  </a:txBody>
                  <a:tcPr marL="9525" marR="9525" marT="9525" marB="0" anchor="b">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xmlns="" val="4238972367"/>
                  </a:ext>
                </a:extLst>
              </a:tr>
            </a:tbl>
          </a:graphicData>
        </a:graphic>
      </p:graphicFrame>
      <p:sp>
        <p:nvSpPr>
          <p:cNvPr id="2" name="Title 1">
            <a:extLst>
              <a:ext uri="{FF2B5EF4-FFF2-40B4-BE49-F238E27FC236}">
                <a16:creationId xmlns:a16="http://schemas.microsoft.com/office/drawing/2014/main" xmlns="" id="{8AF56869-F243-4FF9-84B3-DCAAE44008DD}"/>
              </a:ext>
            </a:extLst>
          </p:cNvPr>
          <p:cNvSpPr>
            <a:spLocks noGrp="1"/>
          </p:cNvSpPr>
          <p:nvPr>
            <p:ph type="title"/>
          </p:nvPr>
        </p:nvSpPr>
        <p:spPr/>
        <p:txBody>
          <a:bodyPr/>
          <a:lstStyle/>
          <a:p>
            <a:pPr algn="ctr"/>
            <a:r>
              <a:rPr lang="en-US" dirty="0"/>
              <a:t>Evaluation Criteria of title defense</a:t>
            </a:r>
          </a:p>
        </p:txBody>
      </p:sp>
    </p:spTree>
    <p:extLst>
      <p:ext uri="{BB962C8B-B14F-4D97-AF65-F5344CB8AC3E}">
        <p14:creationId xmlns:p14="http://schemas.microsoft.com/office/powerpoint/2010/main" val="344540653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09B303-B73E-48B4-BF04-282F3B273401}"/>
              </a:ext>
            </a:extLst>
          </p:cNvPr>
          <p:cNvSpPr>
            <a:spLocks noGrp="1"/>
          </p:cNvSpPr>
          <p:nvPr>
            <p:ph type="ctrTitle"/>
          </p:nvPr>
        </p:nvSpPr>
        <p:spPr>
          <a:xfrm>
            <a:off x="768513" y="2088011"/>
            <a:ext cx="7766936" cy="1646302"/>
          </a:xfrm>
        </p:spPr>
        <p:txBody>
          <a:bodyPr>
            <a:normAutofit/>
          </a:bodyPr>
          <a:lstStyle/>
          <a:p>
            <a:r>
              <a:rPr lang="en-US" sz="6000" u="none" strike="noStrike" dirty="0">
                <a:effectLst/>
              </a:rPr>
              <a:t>Problem </a:t>
            </a:r>
            <a:r>
              <a:rPr lang="en-US" sz="6000" u="none" strike="noStrike" dirty="0" smtClean="0">
                <a:effectLst/>
              </a:rPr>
              <a:t>statement</a:t>
            </a:r>
            <a:endParaRPr lang="en-US" dirty="0"/>
          </a:p>
        </p:txBody>
      </p:sp>
      <p:sp>
        <p:nvSpPr>
          <p:cNvPr id="3" name="Subtitle 2">
            <a:extLst>
              <a:ext uri="{FF2B5EF4-FFF2-40B4-BE49-F238E27FC236}">
                <a16:creationId xmlns:a16="http://schemas.microsoft.com/office/drawing/2014/main" xmlns="" id="{EB73C061-46C1-4FC4-9F1C-E9355361D9D4}"/>
              </a:ext>
            </a:extLst>
          </p:cNvPr>
          <p:cNvSpPr>
            <a:spLocks noGrp="1"/>
          </p:cNvSpPr>
          <p:nvPr>
            <p:ph type="subTitle" idx="1"/>
          </p:nvPr>
        </p:nvSpPr>
        <p:spPr/>
        <p:txBody>
          <a:bodyPr/>
          <a:lstStyle/>
          <a:p>
            <a:r>
              <a:rPr lang="en-US" dirty="0"/>
              <a:t/>
            </a:r>
            <a:br>
              <a:rPr lang="en-US" dirty="0"/>
            </a:br>
            <a:endParaRPr lang="en-US" dirty="0"/>
          </a:p>
        </p:txBody>
      </p:sp>
    </p:spTree>
    <p:extLst>
      <p:ext uri="{BB962C8B-B14F-4D97-AF65-F5344CB8AC3E}">
        <p14:creationId xmlns:p14="http://schemas.microsoft.com/office/powerpoint/2010/main" val="97790684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4548A-365C-4EA8-8F20-F95588A53F56}"/>
              </a:ext>
            </a:extLst>
          </p:cNvPr>
          <p:cNvSpPr>
            <a:spLocks noGrp="1"/>
          </p:cNvSpPr>
          <p:nvPr>
            <p:ph type="title"/>
          </p:nvPr>
        </p:nvSpPr>
        <p:spPr>
          <a:xfrm>
            <a:off x="-404446" y="0"/>
            <a:ext cx="123092" cy="4571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68C8376-EAC6-43A7-9004-3ED6D027F7D6}"/>
              </a:ext>
            </a:extLst>
          </p:cNvPr>
          <p:cNvSpPr>
            <a:spLocks noGrp="1"/>
          </p:cNvSpPr>
          <p:nvPr>
            <p:ph idx="1"/>
          </p:nvPr>
        </p:nvSpPr>
        <p:spPr>
          <a:xfrm>
            <a:off x="838200" y="45719"/>
            <a:ext cx="10187354" cy="10610558"/>
          </a:xfrm>
        </p:spPr>
        <p:txBody>
          <a:bodyPr>
            <a:noAutofit/>
          </a:bodyPr>
          <a:lstStyle/>
          <a:p>
            <a:pPr marL="0" indent="0">
              <a:buNone/>
            </a:pPr>
            <a:r>
              <a:rPr lang="en-US" sz="1400" dirty="0" smtClean="0">
                <a:sym typeface="Wingdings" panose="05000000000000000000" pitchFamily="2" charset="2"/>
              </a:rPr>
              <a:t></a:t>
            </a:r>
            <a:r>
              <a:rPr lang="en-US" sz="1400" dirty="0" smtClean="0"/>
              <a:t> Problem </a:t>
            </a:r>
            <a:r>
              <a:rPr lang="en-US" sz="1400" dirty="0"/>
              <a:t>statement:  </a:t>
            </a:r>
            <a:endParaRPr lang="en-US" sz="1400" dirty="0" smtClean="0"/>
          </a:p>
          <a:p>
            <a:r>
              <a:rPr lang="en-US" sz="1400" dirty="0" smtClean="0"/>
              <a:t>Distant </a:t>
            </a:r>
            <a:r>
              <a:rPr lang="en-US" sz="1400" dirty="0"/>
              <a:t>proctoring is the need for the hour in the digital era</a:t>
            </a:r>
            <a:r>
              <a:rPr lang="en-US" sz="1400" dirty="0" smtClean="0"/>
              <a:t>.</a:t>
            </a:r>
          </a:p>
          <a:p>
            <a:r>
              <a:rPr lang="en-US" sz="1400" dirty="0" smtClean="0"/>
              <a:t> </a:t>
            </a:r>
            <a:r>
              <a:rPr lang="en-US" sz="1400" dirty="0"/>
              <a:t>Education institutes need to explore technology to continue their critical academic process of </a:t>
            </a:r>
            <a:r>
              <a:rPr lang="en-US" sz="1400" dirty="0" smtClean="0"/>
              <a:t>exams.</a:t>
            </a:r>
          </a:p>
          <a:p>
            <a:r>
              <a:rPr lang="en-US" sz="1400" dirty="0" smtClean="0"/>
              <a:t>The Remote G Proctor </a:t>
            </a:r>
            <a:r>
              <a:rPr lang="en-US" sz="1400" dirty="0"/>
              <a:t>that we are developing has the ability to intelligently and efficiently proctor online examinations.</a:t>
            </a:r>
            <a:endParaRPr lang="en-US" sz="1400" dirty="0"/>
          </a:p>
          <a:p>
            <a:endParaRPr lang="en-US" sz="1400" dirty="0"/>
          </a:p>
          <a:p>
            <a:pPr marL="0" indent="0">
              <a:buNone/>
            </a:pPr>
            <a:r>
              <a:rPr lang="en-US" sz="1400" dirty="0" smtClean="0">
                <a:sym typeface="Wingdings" panose="05000000000000000000" pitchFamily="2" charset="2"/>
              </a:rPr>
              <a:t></a:t>
            </a:r>
            <a:r>
              <a:rPr lang="en-US" sz="1400" dirty="0" smtClean="0"/>
              <a:t>Type </a:t>
            </a:r>
            <a:r>
              <a:rPr lang="en-US" sz="1400" dirty="0"/>
              <a:t>of project (Software, Hardware, Research or Combination</a:t>
            </a:r>
            <a:r>
              <a:rPr lang="en-US" sz="1400" dirty="0" smtClean="0"/>
              <a:t>)</a:t>
            </a:r>
          </a:p>
          <a:p>
            <a:endParaRPr lang="en-US" sz="1400" dirty="0"/>
          </a:p>
          <a:p>
            <a:r>
              <a:rPr lang="en-US" sz="1400" dirty="0"/>
              <a:t>This is a software based project</a:t>
            </a:r>
            <a:endParaRPr lang="en-US" sz="1400" dirty="0"/>
          </a:p>
          <a:p>
            <a:pPr marL="0" indent="0">
              <a:buNone/>
            </a:pPr>
            <a:endParaRPr lang="en-US" sz="1400" dirty="0"/>
          </a:p>
          <a:p>
            <a:pPr marL="0" indent="0">
              <a:buNone/>
            </a:pPr>
            <a:r>
              <a:rPr lang="en-US" sz="1400" dirty="0" smtClean="0">
                <a:sym typeface="Wingdings" panose="05000000000000000000" pitchFamily="2" charset="2"/>
              </a:rPr>
              <a:t></a:t>
            </a:r>
            <a:r>
              <a:rPr lang="en-US" sz="1400" dirty="0" smtClean="0"/>
              <a:t>List </a:t>
            </a:r>
            <a:r>
              <a:rPr lang="en-US" sz="1400" dirty="0"/>
              <a:t>of proposed </a:t>
            </a:r>
            <a:r>
              <a:rPr lang="en-US" sz="1400" dirty="0" smtClean="0"/>
              <a:t>features</a:t>
            </a:r>
          </a:p>
          <a:p>
            <a:r>
              <a:rPr lang="en-US" sz="1400" dirty="0" smtClean="0"/>
              <a:t> 1)Face spoofing </a:t>
            </a:r>
          </a:p>
          <a:p>
            <a:r>
              <a:rPr lang="en-US" sz="1400" dirty="0" smtClean="0"/>
              <a:t>2) </a:t>
            </a:r>
            <a:r>
              <a:rPr lang="en-US" sz="1400" dirty="0"/>
              <a:t>Eye tracking </a:t>
            </a:r>
            <a:endParaRPr lang="en-US" sz="1400" dirty="0" smtClean="0"/>
          </a:p>
          <a:p>
            <a:r>
              <a:rPr lang="en-US" sz="1400" dirty="0" smtClean="0"/>
              <a:t>3) </a:t>
            </a:r>
            <a:r>
              <a:rPr lang="en-US" sz="1400" dirty="0"/>
              <a:t>Mouth opening </a:t>
            </a:r>
            <a:r>
              <a:rPr lang="en-US" sz="1400" dirty="0" smtClean="0"/>
              <a:t>detection</a:t>
            </a:r>
          </a:p>
          <a:p>
            <a:r>
              <a:rPr lang="en-US" sz="1400" dirty="0" smtClean="0"/>
              <a:t>4</a:t>
            </a:r>
            <a:r>
              <a:rPr lang="en-US" sz="1400" dirty="0"/>
              <a:t>) </a:t>
            </a:r>
            <a:r>
              <a:rPr lang="en-US" sz="1400" dirty="0" smtClean="0"/>
              <a:t>person </a:t>
            </a:r>
            <a:r>
              <a:rPr lang="en-US" sz="1400" dirty="0"/>
              <a:t>counting and  Mobile phone </a:t>
            </a:r>
            <a:r>
              <a:rPr lang="en-US" sz="1400" dirty="0" smtClean="0"/>
              <a:t>detection</a:t>
            </a:r>
          </a:p>
          <a:p>
            <a:r>
              <a:rPr lang="en-US" sz="1400" dirty="0" smtClean="0"/>
              <a:t>5)Bluetooth </a:t>
            </a:r>
            <a:r>
              <a:rPr lang="en-US" sz="1400" dirty="0"/>
              <a:t>devices detection ( projector, </a:t>
            </a:r>
            <a:r>
              <a:rPr lang="en-US" sz="1400" dirty="0" err="1"/>
              <a:t>etc</a:t>
            </a:r>
            <a:r>
              <a:rPr lang="en-US" sz="1400" dirty="0" smtClean="0"/>
              <a:t>)</a:t>
            </a:r>
          </a:p>
          <a:p>
            <a:r>
              <a:rPr lang="en-US" sz="1400" dirty="0" smtClean="0"/>
              <a:t>6</a:t>
            </a:r>
            <a:r>
              <a:rPr lang="en-US" sz="1400" dirty="0"/>
              <a:t>) Audio </a:t>
            </a:r>
            <a:r>
              <a:rPr lang="en-US" sz="1400" dirty="0" smtClean="0"/>
              <a:t>detector</a:t>
            </a:r>
          </a:p>
          <a:p>
            <a:r>
              <a:rPr lang="en-US" sz="1400" dirty="0" smtClean="0"/>
              <a:t>7</a:t>
            </a:r>
            <a:r>
              <a:rPr lang="en-US" sz="1400" dirty="0"/>
              <a:t>) Keyboard typing </a:t>
            </a:r>
            <a:r>
              <a:rPr lang="en-US" sz="1400" dirty="0" smtClean="0"/>
              <a:t>detection</a:t>
            </a:r>
          </a:p>
          <a:p>
            <a:r>
              <a:rPr lang="en-US" sz="1400" dirty="0" smtClean="0"/>
              <a:t>8</a:t>
            </a:r>
            <a:r>
              <a:rPr lang="en-US" sz="1400" dirty="0"/>
              <a:t>) MAC address </a:t>
            </a:r>
            <a:r>
              <a:rPr lang="en-US" sz="1400" dirty="0" smtClean="0"/>
              <a:t>validation</a:t>
            </a:r>
          </a:p>
          <a:p>
            <a:r>
              <a:rPr lang="en-US" sz="1400" dirty="0" smtClean="0"/>
              <a:t>9</a:t>
            </a:r>
            <a:r>
              <a:rPr lang="en-US" sz="1400" dirty="0"/>
              <a:t>) Large question </a:t>
            </a:r>
            <a:r>
              <a:rPr lang="en-US" sz="1400" dirty="0" smtClean="0"/>
              <a:t>bank</a:t>
            </a:r>
          </a:p>
          <a:p>
            <a:r>
              <a:rPr lang="en-US" sz="1400" dirty="0" smtClean="0"/>
              <a:t>10</a:t>
            </a:r>
            <a:r>
              <a:rPr lang="en-US" sz="1400" dirty="0"/>
              <a:t>) Ability to import/export questions</a:t>
            </a:r>
            <a:endParaRPr lang="en-US" sz="1400" dirty="0"/>
          </a:p>
        </p:txBody>
      </p:sp>
    </p:spTree>
    <p:extLst>
      <p:ext uri="{BB962C8B-B14F-4D97-AF65-F5344CB8AC3E}">
        <p14:creationId xmlns:p14="http://schemas.microsoft.com/office/powerpoint/2010/main" val="30536753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09B303-B73E-48B4-BF04-282F3B273401}"/>
              </a:ext>
            </a:extLst>
          </p:cNvPr>
          <p:cNvSpPr>
            <a:spLocks noGrp="1"/>
          </p:cNvSpPr>
          <p:nvPr>
            <p:ph type="ctrTitle"/>
          </p:nvPr>
        </p:nvSpPr>
        <p:spPr/>
        <p:txBody>
          <a:bodyPr>
            <a:normAutofit fontScale="90000"/>
          </a:bodyPr>
          <a:lstStyle/>
          <a:p>
            <a:pPr fontAlgn="b"/>
            <a:r>
              <a:rPr lang="en-US" sz="6000" u="none" strike="noStrike" dirty="0">
                <a:effectLst/>
              </a:rPr>
              <a:t>Motivation/Justification/ Ethical Impact</a:t>
            </a:r>
            <a:endParaRPr lang="en-US" sz="60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xmlns="" id="{EB73C061-46C1-4FC4-9F1C-E9355361D9D4}"/>
              </a:ext>
            </a:extLst>
          </p:cNvPr>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51460843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4548A-365C-4EA8-8F20-F95588A53F56}"/>
              </a:ext>
            </a:extLst>
          </p:cNvPr>
          <p:cNvSpPr>
            <a:spLocks noGrp="1"/>
          </p:cNvSpPr>
          <p:nvPr>
            <p:ph type="title"/>
          </p:nvPr>
        </p:nvSpPr>
        <p:spPr>
          <a:xfrm flipH="1" flipV="1">
            <a:off x="-5099539" y="0"/>
            <a:ext cx="3912903" cy="732692"/>
          </a:xfrm>
        </p:spPr>
        <p:txBody>
          <a:bodyPr/>
          <a:lstStyle/>
          <a:p>
            <a:endParaRPr lang="en-US" dirty="0"/>
          </a:p>
        </p:txBody>
      </p:sp>
      <p:sp>
        <p:nvSpPr>
          <p:cNvPr id="3" name="Content Placeholder 2">
            <a:extLst>
              <a:ext uri="{FF2B5EF4-FFF2-40B4-BE49-F238E27FC236}">
                <a16:creationId xmlns:a16="http://schemas.microsoft.com/office/drawing/2014/main" xmlns="" id="{168C8376-EAC6-43A7-9004-3ED6D027F7D6}"/>
              </a:ext>
            </a:extLst>
          </p:cNvPr>
          <p:cNvSpPr>
            <a:spLocks noGrp="1"/>
          </p:cNvSpPr>
          <p:nvPr>
            <p:ph idx="1"/>
          </p:nvPr>
        </p:nvSpPr>
        <p:spPr>
          <a:xfrm>
            <a:off x="677334" y="1"/>
            <a:ext cx="8596668" cy="6041362"/>
          </a:xfrm>
        </p:spPr>
        <p:txBody>
          <a:bodyPr>
            <a:noAutofit/>
          </a:bodyPr>
          <a:lstStyle/>
          <a:p>
            <a:pPr marL="400050" indent="-400050">
              <a:buFont typeface="+mj-lt"/>
              <a:buAutoNum type="romanLcPeriod"/>
            </a:pPr>
            <a:r>
              <a:rPr lang="en-US" sz="1400" dirty="0" smtClean="0">
                <a:sym typeface="Wingdings" panose="05000000000000000000" pitchFamily="2" charset="2"/>
              </a:rPr>
              <a:t> </a:t>
            </a:r>
            <a:r>
              <a:rPr lang="en-US" sz="1400" dirty="0" smtClean="0"/>
              <a:t>Motivation </a:t>
            </a:r>
            <a:r>
              <a:rPr lang="en-US" sz="1400" dirty="0"/>
              <a:t>for the </a:t>
            </a:r>
            <a:r>
              <a:rPr lang="en-US" sz="1400" dirty="0" smtClean="0"/>
              <a:t>project</a:t>
            </a:r>
          </a:p>
          <a:p>
            <a:pPr>
              <a:buFont typeface="Wingdings" panose="05000000000000000000" pitchFamily="2" charset="2"/>
              <a:buChar char="è"/>
            </a:pPr>
            <a:r>
              <a:rPr lang="en-US" sz="1400" dirty="0" smtClean="0"/>
              <a:t>The </a:t>
            </a:r>
            <a:r>
              <a:rPr lang="en-US" sz="1400" dirty="0"/>
              <a:t>Key advantages of the distant online entrance exam is the convenience of administration</a:t>
            </a:r>
            <a:r>
              <a:rPr lang="en-US" sz="1400" dirty="0" smtClean="0"/>
              <a:t>.</a:t>
            </a:r>
          </a:p>
          <a:p>
            <a:pPr>
              <a:buFont typeface="Wingdings" panose="05000000000000000000" pitchFamily="2" charset="2"/>
              <a:buChar char="è"/>
            </a:pPr>
            <a:r>
              <a:rPr lang="en-US" sz="1400" dirty="0" smtClean="0"/>
              <a:t> </a:t>
            </a:r>
            <a:r>
              <a:rPr lang="en-US" sz="1400" dirty="0"/>
              <a:t>It saves the administrator a lot of time. </a:t>
            </a:r>
            <a:endParaRPr lang="en-US" sz="1400" dirty="0" smtClean="0"/>
          </a:p>
          <a:p>
            <a:pPr>
              <a:buFont typeface="Wingdings" panose="05000000000000000000" pitchFamily="2" charset="2"/>
              <a:buChar char="è"/>
            </a:pPr>
            <a:r>
              <a:rPr lang="en-US" sz="1400" dirty="0" smtClean="0"/>
              <a:t>Candidates </a:t>
            </a:r>
            <a:r>
              <a:rPr lang="en-US" sz="1400" dirty="0"/>
              <a:t>do not have to waste time walking from one location to another to complete their examination</a:t>
            </a:r>
            <a:r>
              <a:rPr lang="en-US" sz="1400" dirty="0" smtClean="0"/>
              <a:t>.</a:t>
            </a:r>
          </a:p>
          <a:p>
            <a:pPr>
              <a:buFont typeface="Wingdings" panose="05000000000000000000" pitchFamily="2" charset="2"/>
              <a:buChar char="è"/>
            </a:pPr>
            <a:r>
              <a:rPr lang="en-US" sz="1400" dirty="0" smtClean="0"/>
              <a:t> </a:t>
            </a:r>
            <a:r>
              <a:rPr lang="en-US" sz="1400" dirty="0"/>
              <a:t>T</a:t>
            </a:r>
            <a:r>
              <a:rPr lang="en-US" sz="1400" dirty="0" smtClean="0"/>
              <a:t>he </a:t>
            </a:r>
            <a:r>
              <a:rPr lang="en-US" sz="1400" dirty="0"/>
              <a:t>results are much quicker, as the software can mark and present the results for the candidates</a:t>
            </a:r>
            <a:endParaRPr lang="en-US" sz="1400" dirty="0"/>
          </a:p>
          <a:p>
            <a:endParaRPr lang="en-US" sz="1400" dirty="0"/>
          </a:p>
          <a:p>
            <a:pPr marL="400050" indent="-400050">
              <a:buFont typeface="+mj-lt"/>
              <a:buAutoNum type="romanLcPeriod"/>
            </a:pPr>
            <a:r>
              <a:rPr lang="en-US" sz="1400" dirty="0"/>
              <a:t>Justification of the </a:t>
            </a:r>
            <a:r>
              <a:rPr lang="en-US" sz="1400" dirty="0" smtClean="0"/>
              <a:t>scope</a:t>
            </a:r>
          </a:p>
          <a:p>
            <a:pPr>
              <a:buFont typeface="Wingdings" panose="05000000000000000000" pitchFamily="2" charset="2"/>
              <a:buChar char="è"/>
            </a:pPr>
            <a:r>
              <a:rPr lang="en-US" sz="1400" dirty="0" smtClean="0"/>
              <a:t>In </a:t>
            </a:r>
            <a:r>
              <a:rPr lang="en-US" sz="1400" dirty="0"/>
              <a:t>Pakistan, the number of internet users has nearly quadruple in the past 3 years</a:t>
            </a:r>
            <a:r>
              <a:rPr lang="en-US" sz="1400" dirty="0" smtClean="0"/>
              <a:t>.</a:t>
            </a:r>
          </a:p>
          <a:p>
            <a:pPr>
              <a:buFont typeface="Wingdings" panose="05000000000000000000" pitchFamily="2" charset="2"/>
              <a:buChar char="è"/>
            </a:pPr>
            <a:r>
              <a:rPr lang="en-US" sz="1400" dirty="0" smtClean="0"/>
              <a:t> </a:t>
            </a:r>
            <a:r>
              <a:rPr lang="en-US" sz="1400" dirty="0"/>
              <a:t>According to researchers, 37 % of students preferred remotely instruction, compared to 9%  who prefer a hybrid model and 54 % who reported they'd rather learn in person</a:t>
            </a:r>
            <a:r>
              <a:rPr lang="en-US" sz="1400" dirty="0" smtClean="0"/>
              <a:t>.</a:t>
            </a:r>
          </a:p>
          <a:p>
            <a:pPr>
              <a:buFont typeface="Wingdings" panose="05000000000000000000" pitchFamily="2" charset="2"/>
              <a:buChar char="è"/>
            </a:pPr>
            <a:r>
              <a:rPr lang="en-US" sz="1400" dirty="0" smtClean="0"/>
              <a:t>This </a:t>
            </a:r>
            <a:r>
              <a:rPr lang="en-US" sz="1400" dirty="0"/>
              <a:t>proved to be a windfall for academics as many students could continue their education remote via internet. </a:t>
            </a:r>
            <a:endParaRPr lang="en-US" sz="1400" dirty="0" smtClean="0"/>
          </a:p>
          <a:p>
            <a:pPr>
              <a:buFont typeface="Wingdings" panose="05000000000000000000" pitchFamily="2" charset="2"/>
              <a:buChar char="è"/>
            </a:pPr>
            <a:r>
              <a:rPr lang="en-US" sz="1400" dirty="0" smtClean="0"/>
              <a:t>This </a:t>
            </a:r>
            <a:r>
              <a:rPr lang="en-US" sz="1400" dirty="0"/>
              <a:t>also facilitated examinations to go </a:t>
            </a:r>
            <a:r>
              <a:rPr lang="en-US" sz="1400" dirty="0" smtClean="0"/>
              <a:t>online which </a:t>
            </a:r>
            <a:r>
              <a:rPr lang="en-US" sz="1400" dirty="0"/>
              <a:t>brought the concept of online proctoring at the academic level. </a:t>
            </a:r>
            <a:endParaRPr lang="en-US" sz="1400" dirty="0" smtClean="0"/>
          </a:p>
          <a:p>
            <a:pPr>
              <a:buFont typeface="Wingdings" panose="05000000000000000000" pitchFamily="2" charset="2"/>
              <a:buChar char="è"/>
            </a:pPr>
            <a:r>
              <a:rPr lang="en-US" sz="1400" dirty="0" err="1" smtClean="0"/>
              <a:t>Aproctored</a:t>
            </a:r>
            <a:r>
              <a:rPr lang="en-US" sz="1400" dirty="0" smtClean="0"/>
              <a:t> </a:t>
            </a:r>
            <a:r>
              <a:rPr lang="en-US" sz="1400" dirty="0"/>
              <a:t>exam allows the </a:t>
            </a:r>
            <a:r>
              <a:rPr lang="en-US" sz="1400" dirty="0" smtClean="0"/>
              <a:t>invigilators to </a:t>
            </a:r>
            <a:r>
              <a:rPr lang="en-US" sz="1400" dirty="0"/>
              <a:t>invigilate remotely.</a:t>
            </a:r>
            <a:endParaRPr lang="en-US" sz="1400" dirty="0"/>
          </a:p>
          <a:p>
            <a:endParaRPr lang="en-US" sz="1400" dirty="0"/>
          </a:p>
          <a:p>
            <a:r>
              <a:rPr lang="en-US" sz="1400" dirty="0"/>
              <a:t>Ethical </a:t>
            </a:r>
            <a:r>
              <a:rPr lang="en-US" sz="1400" dirty="0" smtClean="0"/>
              <a:t>impact</a:t>
            </a:r>
          </a:p>
          <a:p>
            <a:pPr>
              <a:buFont typeface="Wingdings" panose="05000000000000000000" pitchFamily="2" charset="2"/>
              <a:buChar char="è"/>
            </a:pPr>
            <a:r>
              <a:rPr lang="en-US" sz="1400" dirty="0" smtClean="0">
                <a:sym typeface="Wingdings" panose="05000000000000000000" pitchFamily="2" charset="2"/>
              </a:rPr>
              <a:t>The </a:t>
            </a:r>
            <a:r>
              <a:rPr lang="en-US" sz="1400" dirty="0">
                <a:sym typeface="Wingdings" panose="05000000000000000000" pitchFamily="2" charset="2"/>
              </a:rPr>
              <a:t>ability to efficiently proctor remote online examinations is an important limiting factor to the scalability of this next stage in education. </a:t>
            </a:r>
            <a:endParaRPr lang="en-US" sz="1400" dirty="0" smtClean="0">
              <a:sym typeface="Wingdings" panose="05000000000000000000" pitchFamily="2" charset="2"/>
            </a:endParaRPr>
          </a:p>
          <a:p>
            <a:pPr>
              <a:buFont typeface="Wingdings" panose="05000000000000000000" pitchFamily="2" charset="2"/>
              <a:buChar char="è"/>
            </a:pPr>
            <a:endParaRPr lang="en-US" dirty="0"/>
          </a:p>
        </p:txBody>
      </p:sp>
    </p:spTree>
    <p:extLst>
      <p:ext uri="{BB962C8B-B14F-4D97-AF65-F5344CB8AC3E}">
        <p14:creationId xmlns:p14="http://schemas.microsoft.com/office/powerpoint/2010/main" val="11059102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09B303-B73E-48B4-BF04-282F3B273401}"/>
              </a:ext>
            </a:extLst>
          </p:cNvPr>
          <p:cNvSpPr>
            <a:spLocks noGrp="1"/>
          </p:cNvSpPr>
          <p:nvPr>
            <p:ph type="ctrTitle"/>
          </p:nvPr>
        </p:nvSpPr>
        <p:spPr>
          <a:xfrm>
            <a:off x="1507067" y="228600"/>
            <a:ext cx="5386102" cy="633046"/>
          </a:xfrm>
        </p:spPr>
        <p:txBody>
          <a:bodyPr>
            <a:normAutofit/>
          </a:bodyPr>
          <a:lstStyle/>
          <a:p>
            <a:pPr fontAlgn="b"/>
            <a:r>
              <a:rPr lang="en-US" sz="3200" u="none" strike="noStrike" dirty="0">
                <a:effectLst/>
              </a:rPr>
              <a:t>Literature Review </a:t>
            </a:r>
            <a:endParaRPr lang="en-US" sz="32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xmlns="" id="{EB73C061-46C1-4FC4-9F1C-E9355361D9D4}"/>
              </a:ext>
            </a:extLst>
          </p:cNvPr>
          <p:cNvSpPr>
            <a:spLocks noGrp="1"/>
          </p:cNvSpPr>
          <p:nvPr>
            <p:ph type="subTitle" idx="1"/>
          </p:nvPr>
        </p:nvSpPr>
        <p:spPr>
          <a:xfrm>
            <a:off x="926775" y="1019908"/>
            <a:ext cx="7766936" cy="4004735"/>
          </a:xfrm>
        </p:spPr>
        <p:txBody>
          <a:bodyPr>
            <a:noAutofit/>
          </a:bodyPr>
          <a:lstStyle/>
          <a:p>
            <a:pPr marL="400050" indent="-400050" algn="l">
              <a:buFont typeface="+mj-lt"/>
              <a:buAutoNum type="romanLcPeriod"/>
            </a:pPr>
            <a:r>
              <a:rPr lang="en-US" sz="1200" dirty="0" smtClean="0"/>
              <a:t>Online </a:t>
            </a:r>
            <a:r>
              <a:rPr lang="en-US" sz="1200" dirty="0"/>
              <a:t>education is helping students and institutions worldwide to access knowledge base of wide variety. In paper [1] the authors studied the testing pattern grades in four e-campus courses at Troy University with 76 graduate students. The research found major significant differences in average test grade scores between tests taken remote online without a proctor as compared to those administered using a live or a remote proctor overall. As remote form of learning and education is rapidly increasing, best online proctor systems is the need of the hour to enhance the quality of the courses offered by educational institutes. It concludes by giving “best practices” to enhance quality and integrity of courses in the online environment.</a:t>
            </a:r>
          </a:p>
          <a:p>
            <a:pPr marL="400050" indent="-400050" algn="l">
              <a:buFont typeface="+mj-lt"/>
              <a:buAutoNum type="romanLcPeriod"/>
            </a:pPr>
            <a:endParaRPr lang="en-US" sz="1200" dirty="0"/>
          </a:p>
          <a:p>
            <a:pPr marL="400050" indent="-400050" algn="l">
              <a:buFont typeface="+mj-lt"/>
              <a:buAutoNum type="romanLcPeriod"/>
            </a:pPr>
            <a:r>
              <a:rPr lang="en-US" sz="1200" dirty="0"/>
              <a:t>In paper [2] To demonstrate and maintain academic integrity, some institutions require proctor supervision of online exams. However, proctoring can be very expensive. Costs to students can include fees at testing centers, costs to purchase the Remote Proctor, time to find an approved proctor, and effort required to coordinate a time for the exam. Costs to the institution include salaries of staff to administer a proctoring process, approval of proctors, maintaining testing centers, and potential loss of enrollments and revenue since not all institutions require proctors for online exams. This paper examines the control issues related to online exams and asserts that the total cost of proctors for online exams (time and money of both students and the institution) exceed potential benefits. The authors propose a less costly, non-proctor alternative to promote academic honesty, using eight control procedures that enable faculty to increase the difficulty and thus reduce the likelihood of cheating by students.</a:t>
            </a:r>
          </a:p>
          <a:p>
            <a:pPr marL="400050" indent="-400050" algn="l">
              <a:buFont typeface="+mj-lt"/>
              <a:buAutoNum type="romanLcPeriod"/>
            </a:pPr>
            <a:endParaRPr lang="en-US" sz="1200" dirty="0"/>
          </a:p>
          <a:p>
            <a:pPr marL="400050" indent="-400050" algn="l">
              <a:buFont typeface="+mj-lt"/>
              <a:buAutoNum type="romanLcPeriod"/>
            </a:pPr>
            <a:r>
              <a:rPr lang="en-US" sz="1200" dirty="0"/>
              <a:t>In paper [3] Online education continues to grow, bringing opportunities and challenges for students and instructors. One challenge is the perception that academic integrity associated with online tests is compromised due to undetected cheating that yields artificially higher grades. To address these </a:t>
            </a:r>
            <a:r>
              <a:rPr lang="en-US" sz="1200" dirty="0" err="1"/>
              <a:t>concerns,proctoring</a:t>
            </a:r>
            <a:r>
              <a:rPr lang="en-US" sz="1200" dirty="0"/>
              <a:t> software has been developed to address and prevent academic dishonesty. The purpose of this study was to compare online test results from proctored versus un proctored online tests</a:t>
            </a:r>
            <a:endParaRPr lang="en-US" sz="1200" dirty="0"/>
          </a:p>
        </p:txBody>
      </p:sp>
    </p:spTree>
    <p:extLst>
      <p:ext uri="{BB962C8B-B14F-4D97-AF65-F5344CB8AC3E}">
        <p14:creationId xmlns:p14="http://schemas.microsoft.com/office/powerpoint/2010/main" val="24038025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4548A-365C-4EA8-8F20-F95588A53F56}"/>
              </a:ext>
            </a:extLst>
          </p:cNvPr>
          <p:cNvSpPr>
            <a:spLocks noGrp="1"/>
          </p:cNvSpPr>
          <p:nvPr>
            <p:ph type="title"/>
          </p:nvPr>
        </p:nvSpPr>
        <p:spPr>
          <a:xfrm flipH="1" flipV="1">
            <a:off x="-2743200" y="563881"/>
            <a:ext cx="826477" cy="45719"/>
          </a:xfrm>
        </p:spPr>
        <p:txBody>
          <a:bodyPr>
            <a:normAutofit fontScale="90000"/>
          </a:bodyPr>
          <a:lstStyle/>
          <a:p>
            <a:endParaRPr lang="en-US" dirty="0"/>
          </a:p>
        </p:txBody>
      </p:sp>
      <p:sp>
        <p:nvSpPr>
          <p:cNvPr id="3" name="Content Placeholder 2">
            <a:extLst>
              <a:ext uri="{FF2B5EF4-FFF2-40B4-BE49-F238E27FC236}">
                <a16:creationId xmlns:a16="http://schemas.microsoft.com/office/drawing/2014/main" xmlns="" id="{168C8376-EAC6-43A7-9004-3ED6D027F7D6}"/>
              </a:ext>
            </a:extLst>
          </p:cNvPr>
          <p:cNvSpPr>
            <a:spLocks noGrp="1"/>
          </p:cNvSpPr>
          <p:nvPr>
            <p:ph idx="1"/>
          </p:nvPr>
        </p:nvSpPr>
        <p:spPr>
          <a:xfrm>
            <a:off x="155575" y="211015"/>
            <a:ext cx="9996131" cy="5830347"/>
          </a:xfrm>
        </p:spPr>
        <p:txBody>
          <a:bodyPr>
            <a:normAutofit/>
          </a:bodyPr>
          <a:lstStyle/>
          <a:p>
            <a:r>
              <a:rPr lang="en-US" dirty="0" smtClean="0"/>
              <a:t>Existing systems</a:t>
            </a:r>
          </a:p>
          <a:p>
            <a:endParaRPr lang="en-US" dirty="0"/>
          </a:p>
          <a:p>
            <a:pPr marL="0" indent="0">
              <a:buNone/>
            </a:pPr>
            <a:endParaRPr lang="en-US" dirty="0" smtClean="0"/>
          </a:p>
          <a:p>
            <a:pPr marL="0" indent="0">
              <a:buNone/>
            </a:pPr>
            <a:endParaRPr lang="en-US" dirty="0"/>
          </a:p>
          <a:p>
            <a:pPr marL="0" indent="0">
              <a:buNone/>
            </a:pPr>
            <a:endParaRPr lang="en-US" dirty="0"/>
          </a:p>
          <a:p>
            <a:r>
              <a:rPr lang="en-US" dirty="0"/>
              <a:t>You can make comparison table of existing systems and your proposed </a:t>
            </a:r>
            <a:r>
              <a:rPr lang="en-US" dirty="0" smtClean="0"/>
              <a:t>system</a:t>
            </a:r>
          </a:p>
          <a:p>
            <a:endParaRPr lang="en-US" dirty="0"/>
          </a:p>
          <a:p>
            <a:endParaRPr lang="en-US" dirty="0"/>
          </a:p>
        </p:txBody>
      </p:sp>
      <p:sp>
        <p:nvSpPr>
          <p:cNvPr id="4" name="AutoShape 2" descr="ExamRoom.AI | Prov"/>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pic>
        <p:nvPicPr>
          <p:cNvPr id="1028" name="Picture 4" descr="ExamRoom.AI | Prov"/>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677333" y="698697"/>
            <a:ext cx="2892343" cy="1130104"/>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Using AutoProctor: Best Practices for Teachers🧑‍🏫 - AutoProctor"/>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3742429" y="825403"/>
            <a:ext cx="3525558" cy="1003398"/>
          </a:xfrm>
          <a:prstGeom prst="rect">
            <a:avLst/>
          </a:prstGeom>
          <a:noFill/>
          <a:extLst>
            <a:ext uri="{909E8E84-426E-40DD-AFC4-6F175D3DCCD1}">
              <a14:hiddenFill xmlns:a14="http://schemas.microsoft.com/office/drawing/2010/main">
                <a:solidFill>
                  <a:srgbClr val="FFFFFF"/>
                </a:solidFill>
              </a14:hiddenFill>
            </a:ext>
          </a:extLst>
        </p:spPr>
      </p:pic>
      <p:pic>
        <p:nvPicPr>
          <p:cNvPr id="1032" name="Picture 8" descr="Terms of Service | Proctortrack"/>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08690" y="450133"/>
            <a:ext cx="3121513" cy="1378668"/>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5" name="Table 4"/>
          <p:cNvGraphicFramePr>
            <a:graphicFrameLocks noGrp="1"/>
          </p:cNvGraphicFramePr>
          <p:nvPr>
            <p:extLst>
              <p:ext uri="{D42A27DB-BD31-4B8C-83A1-F6EECF244321}">
                <p14:modId xmlns:p14="http://schemas.microsoft.com/office/powerpoint/2010/main" val="2077906197"/>
              </p:ext>
            </p:extLst>
          </p:nvPr>
        </p:nvGraphicFramePr>
        <p:xfrm>
          <a:off x="1213339" y="2935286"/>
          <a:ext cx="8053755" cy="2332040"/>
        </p:xfrm>
        <a:graphic>
          <a:graphicData uri="http://schemas.openxmlformats.org/drawingml/2006/table">
            <a:tbl>
              <a:tblPr firstRow="1" firstCol="1" bandRow="1">
                <a:tableStyleId>{5C22544A-7EE6-4342-B048-85BDC9FD1C3A}</a:tableStyleId>
              </a:tblPr>
              <a:tblGrid>
                <a:gridCol w="1610751"/>
                <a:gridCol w="1610751"/>
                <a:gridCol w="1610751"/>
                <a:gridCol w="1610751"/>
                <a:gridCol w="1610751"/>
              </a:tblGrid>
              <a:tr h="0">
                <a:tc>
                  <a:txBody>
                    <a:bodyPr/>
                    <a:lstStyle/>
                    <a:p>
                      <a:pPr marL="0" marR="0" algn="l">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Remote G proctor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Exam Room AI</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AutoProctor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Proctor Track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Face spoofing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Mouth opening detection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268532">
                <a:tc>
                  <a:txBody>
                    <a:bodyPr/>
                    <a:lstStyle/>
                    <a:p>
                      <a:pPr marL="0" marR="0" algn="l">
                        <a:lnSpc>
                          <a:spcPct val="107000"/>
                        </a:lnSpc>
                        <a:spcBef>
                          <a:spcPts val="0"/>
                        </a:spcBef>
                        <a:spcAft>
                          <a:spcPts val="0"/>
                        </a:spcAft>
                      </a:pPr>
                      <a:r>
                        <a:rPr lang="en-US" sz="1100">
                          <a:effectLst/>
                        </a:rPr>
                        <a:t>Keyboard typing detection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Audio detector</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MAC address validation</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dirty="0">
                          <a:effectLst/>
                        </a:rPr>
                        <a:t>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 Eye tracking</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0">
                <a:tc>
                  <a:txBody>
                    <a:bodyPr/>
                    <a:lstStyle/>
                    <a:p>
                      <a:pPr marL="0" marR="0" algn="l">
                        <a:lnSpc>
                          <a:spcPct val="107000"/>
                        </a:lnSpc>
                        <a:spcBef>
                          <a:spcPts val="0"/>
                        </a:spcBef>
                        <a:spcAft>
                          <a:spcPts val="0"/>
                        </a:spcAft>
                      </a:pPr>
                      <a:r>
                        <a:rPr lang="en-US" sz="1100">
                          <a:effectLst/>
                        </a:rPr>
                        <a:t>Ability to import/export questions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gn="l">
                        <a:lnSpc>
                          <a:spcPct val="107000"/>
                        </a:lnSpc>
                        <a:spcBef>
                          <a:spcPts val="0"/>
                        </a:spcBef>
                        <a:spcAft>
                          <a:spcPts val="0"/>
                        </a:spcAft>
                      </a:pPr>
                      <a:r>
                        <a:rPr lang="en-US" sz="1100" dirty="0">
                          <a:effectLst/>
                        </a:rPr>
                        <a:t>Yes</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graphicFrame>
        <p:nvGraphicFramePr>
          <p:cNvPr id="6" name="Table 5"/>
          <p:cNvGraphicFramePr>
            <a:graphicFrameLocks noGrp="1"/>
          </p:cNvGraphicFramePr>
          <p:nvPr>
            <p:extLst>
              <p:ext uri="{D42A27DB-BD31-4B8C-83A1-F6EECF244321}">
                <p14:modId xmlns:p14="http://schemas.microsoft.com/office/powerpoint/2010/main" val="1068096804"/>
              </p:ext>
            </p:extLst>
          </p:nvPr>
        </p:nvGraphicFramePr>
        <p:xfrm>
          <a:off x="1248508" y="5310553"/>
          <a:ext cx="7983415" cy="1421100"/>
        </p:xfrm>
        <a:graphic>
          <a:graphicData uri="http://schemas.openxmlformats.org/drawingml/2006/table">
            <a:tbl>
              <a:tblPr firstRow="1" firstCol="1" bandRow="1">
                <a:tableStyleId>{5C22544A-7EE6-4342-B048-85BDC9FD1C3A}</a:tableStyleId>
              </a:tblPr>
              <a:tblGrid>
                <a:gridCol w="1596683"/>
                <a:gridCol w="1596683"/>
                <a:gridCol w="1596683"/>
                <a:gridCol w="1596683"/>
                <a:gridCol w="1596683"/>
              </a:tblGrid>
              <a:tr h="819453">
                <a:tc>
                  <a:txBody>
                    <a:bodyPr/>
                    <a:lstStyle/>
                    <a:p>
                      <a:pPr marL="0" marR="0">
                        <a:lnSpc>
                          <a:spcPct val="107000"/>
                        </a:lnSpc>
                        <a:spcBef>
                          <a:spcPts val="0"/>
                        </a:spcBef>
                        <a:spcAft>
                          <a:spcPts val="0"/>
                        </a:spcAft>
                      </a:pPr>
                      <a:r>
                        <a:rPr lang="en-US" sz="1100" dirty="0">
                          <a:effectLst/>
                        </a:rPr>
                        <a:t>Bluetooth devices detection ( projector, </a:t>
                      </a:r>
                      <a:r>
                        <a:rPr lang="en-US" sz="1100" dirty="0" err="1">
                          <a:effectLst/>
                        </a:rPr>
                        <a:t>etc</a:t>
                      </a:r>
                      <a:r>
                        <a:rPr lang="en-US" sz="1100" dirty="0">
                          <a:effectLst/>
                        </a:rPr>
                        <a:t>)</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404550">
                <a:tc>
                  <a:txBody>
                    <a:bodyPr/>
                    <a:lstStyle/>
                    <a:p>
                      <a:pPr marL="0" marR="0">
                        <a:lnSpc>
                          <a:spcPct val="107000"/>
                        </a:lnSpc>
                        <a:spcBef>
                          <a:spcPts val="0"/>
                        </a:spcBef>
                        <a:spcAft>
                          <a:spcPts val="0"/>
                        </a:spcAft>
                      </a:pPr>
                      <a:r>
                        <a:rPr lang="en-US" sz="1100">
                          <a:effectLst/>
                        </a:rPr>
                        <a:t>Large question bank</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yes</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no</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no</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r h="197097">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a:effectLst/>
                        </a:rPr>
                        <a:t> </a:t>
                      </a:r>
                      <a:endParaRPr lang="en-US"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c>
                  <a:txBody>
                    <a:bodyPr/>
                    <a:lstStyle/>
                    <a:p>
                      <a:pPr marL="0" marR="0">
                        <a:lnSpc>
                          <a:spcPct val="107000"/>
                        </a:lnSpc>
                        <a:spcBef>
                          <a:spcPts val="0"/>
                        </a:spcBef>
                        <a:spcAft>
                          <a:spcPts val="0"/>
                        </a:spcAft>
                      </a:pPr>
                      <a:r>
                        <a:rPr lang="en-US" sz="1100" dirty="0">
                          <a:effectLst/>
                        </a:rPr>
                        <a:t> </a:t>
                      </a:r>
                      <a:endParaRPr lang="en-US"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tc>
              </a:tr>
            </a:tbl>
          </a:graphicData>
        </a:graphic>
      </p:graphicFrame>
    </p:spTree>
    <p:extLst>
      <p:ext uri="{BB962C8B-B14F-4D97-AF65-F5344CB8AC3E}">
        <p14:creationId xmlns:p14="http://schemas.microsoft.com/office/powerpoint/2010/main" val="7689132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09B303-B73E-48B4-BF04-282F3B273401}"/>
              </a:ext>
            </a:extLst>
          </p:cNvPr>
          <p:cNvSpPr>
            <a:spLocks noGrp="1"/>
          </p:cNvSpPr>
          <p:nvPr>
            <p:ph type="ctrTitle"/>
          </p:nvPr>
        </p:nvSpPr>
        <p:spPr/>
        <p:txBody>
          <a:bodyPr>
            <a:normAutofit fontScale="90000"/>
          </a:bodyPr>
          <a:lstStyle/>
          <a:p>
            <a:pPr fontAlgn="b"/>
            <a:r>
              <a:rPr lang="en-US" dirty="0"/>
              <a:t>In-depth Engineering/ Computing Knowledge</a:t>
            </a:r>
            <a:endParaRPr lang="en-US" sz="60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xmlns="" id="{EB73C061-46C1-4FC4-9F1C-E9355361D9D4}"/>
              </a:ext>
            </a:extLst>
          </p:cNvPr>
          <p:cNvSpPr>
            <a:spLocks noGrp="1"/>
          </p:cNvSpPr>
          <p:nvPr>
            <p:ph type="subTitle" idx="1"/>
          </p:nvPr>
        </p:nvSpPr>
        <p:spPr/>
        <p:txBody>
          <a:bodyPr/>
          <a:lstStyle/>
          <a:p>
            <a:r>
              <a:rPr lang="en-US" dirty="0"/>
              <a:t>Total marks 5</a:t>
            </a:r>
            <a:br>
              <a:rPr lang="en-US" dirty="0"/>
            </a:br>
            <a:r>
              <a:rPr lang="en-US" dirty="0"/>
              <a:t>This slide must be present in your presentation</a:t>
            </a:r>
            <a:br>
              <a:rPr lang="en-US" dirty="0"/>
            </a:br>
            <a:r>
              <a:rPr lang="en-US" dirty="0"/>
              <a:t>During presentation you will read this slide</a:t>
            </a:r>
          </a:p>
        </p:txBody>
      </p:sp>
    </p:spTree>
    <p:extLst>
      <p:ext uri="{BB962C8B-B14F-4D97-AF65-F5344CB8AC3E}">
        <p14:creationId xmlns:p14="http://schemas.microsoft.com/office/powerpoint/2010/main" val="347250722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4548A-365C-4EA8-8F20-F95588A53F56}"/>
              </a:ext>
            </a:extLst>
          </p:cNvPr>
          <p:cNvSpPr>
            <a:spLocks noGrp="1"/>
          </p:cNvSpPr>
          <p:nvPr>
            <p:ph type="title"/>
          </p:nvPr>
        </p:nvSpPr>
        <p:spPr/>
        <p:txBody>
          <a:bodyPr/>
          <a:lstStyle/>
          <a:p>
            <a:r>
              <a:rPr lang="en-US" dirty="0"/>
              <a:t>In-depth Engineering/Computing Knowledge</a:t>
            </a:r>
          </a:p>
        </p:txBody>
      </p:sp>
      <p:sp>
        <p:nvSpPr>
          <p:cNvPr id="3" name="Content Placeholder 2">
            <a:extLst>
              <a:ext uri="{FF2B5EF4-FFF2-40B4-BE49-F238E27FC236}">
                <a16:creationId xmlns:a16="http://schemas.microsoft.com/office/drawing/2014/main" xmlns="" id="{168C8376-EAC6-43A7-9004-3ED6D027F7D6}"/>
              </a:ext>
            </a:extLst>
          </p:cNvPr>
          <p:cNvSpPr>
            <a:spLocks noGrp="1"/>
          </p:cNvSpPr>
          <p:nvPr>
            <p:ph idx="1"/>
          </p:nvPr>
        </p:nvSpPr>
        <p:spPr/>
        <p:txBody>
          <a:bodyPr/>
          <a:lstStyle/>
          <a:p>
            <a:r>
              <a:rPr lang="en-US" dirty="0"/>
              <a:t>Justify that the in-depth Engineering or Computing Knowledge is included in your project proposal</a:t>
            </a:r>
            <a:endParaRPr lang="en-US" b="0"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67727096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709B303-B73E-48B4-BF04-282F3B273401}"/>
              </a:ext>
            </a:extLst>
          </p:cNvPr>
          <p:cNvSpPr>
            <a:spLocks noGrp="1"/>
          </p:cNvSpPr>
          <p:nvPr>
            <p:ph type="ctrTitle"/>
          </p:nvPr>
        </p:nvSpPr>
        <p:spPr/>
        <p:txBody>
          <a:bodyPr>
            <a:noAutofit/>
          </a:bodyPr>
          <a:lstStyle/>
          <a:p>
            <a:pPr algn="l" fontAlgn="b"/>
            <a:r>
              <a:rPr lang="en-US" sz="3200" u="none" strike="noStrike" dirty="0">
                <a:effectLst/>
              </a:rPr>
              <a:t>Involve at least one of the following attributes: </a:t>
            </a:r>
            <a:br>
              <a:rPr lang="en-US" sz="3200" u="none" strike="noStrike" dirty="0">
                <a:effectLst/>
              </a:rPr>
            </a:br>
            <a:r>
              <a:rPr lang="en-US" sz="3200" u="none" strike="noStrike" dirty="0">
                <a:effectLst/>
              </a:rPr>
              <a:t>Wide-ranging/conﬂicting technical issues, no obvious solution, infrequently encountered issues, diverse groups of stakeholders, or component parts/sub-problems. </a:t>
            </a:r>
            <a:endParaRPr lang="en-US" sz="3200" b="0" i="0" u="none" strike="noStrike" dirty="0">
              <a:solidFill>
                <a:srgbClr val="000000"/>
              </a:solidFill>
              <a:effectLst/>
              <a:latin typeface="Calibri" panose="020F0502020204030204" pitchFamily="34" charset="0"/>
            </a:endParaRPr>
          </a:p>
        </p:txBody>
      </p:sp>
      <p:sp>
        <p:nvSpPr>
          <p:cNvPr id="3" name="Subtitle 2">
            <a:extLst>
              <a:ext uri="{FF2B5EF4-FFF2-40B4-BE49-F238E27FC236}">
                <a16:creationId xmlns:a16="http://schemas.microsoft.com/office/drawing/2014/main" xmlns="" id="{EB73C061-46C1-4FC4-9F1C-E9355361D9D4}"/>
              </a:ext>
            </a:extLst>
          </p:cNvPr>
          <p:cNvSpPr>
            <a:spLocks noGrp="1"/>
          </p:cNvSpPr>
          <p:nvPr>
            <p:ph type="subTitle" idx="1"/>
          </p:nvPr>
        </p:nvSpPr>
        <p:spPr/>
        <p:txBody>
          <a:bodyPr/>
          <a:lstStyle/>
          <a:p>
            <a:r>
              <a:rPr lang="en-US" dirty="0"/>
              <a:t>Total marks 5</a:t>
            </a:r>
            <a:br>
              <a:rPr lang="en-US" dirty="0"/>
            </a:br>
            <a:r>
              <a:rPr lang="en-US" dirty="0"/>
              <a:t>This slide must be present in your presentation</a:t>
            </a:r>
            <a:br>
              <a:rPr lang="en-US" dirty="0"/>
            </a:br>
            <a:r>
              <a:rPr lang="en-US" dirty="0"/>
              <a:t>During presentation you will read this slide</a:t>
            </a:r>
          </a:p>
        </p:txBody>
      </p:sp>
    </p:spTree>
    <p:extLst>
      <p:ext uri="{BB962C8B-B14F-4D97-AF65-F5344CB8AC3E}">
        <p14:creationId xmlns:p14="http://schemas.microsoft.com/office/powerpoint/2010/main" val="32730057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5754548A-365C-4EA8-8F20-F95588A53F56}"/>
              </a:ext>
            </a:extLst>
          </p:cNvPr>
          <p:cNvSpPr>
            <a:spLocks noGrp="1"/>
          </p:cNvSpPr>
          <p:nvPr>
            <p:ph type="title"/>
          </p:nvPr>
        </p:nvSpPr>
        <p:spPr/>
        <p:txBody>
          <a:bodyPr/>
          <a:lstStyle/>
          <a:p>
            <a:r>
              <a:rPr lang="en-US" dirty="0"/>
              <a:t>Mention which of the following attributes are included in your project: </a:t>
            </a:r>
          </a:p>
        </p:txBody>
      </p:sp>
      <p:sp>
        <p:nvSpPr>
          <p:cNvPr id="3" name="Content Placeholder 2">
            <a:extLst>
              <a:ext uri="{FF2B5EF4-FFF2-40B4-BE49-F238E27FC236}">
                <a16:creationId xmlns:a16="http://schemas.microsoft.com/office/drawing/2014/main" xmlns="" id="{168C8376-EAC6-43A7-9004-3ED6D027F7D6}"/>
              </a:ext>
            </a:extLst>
          </p:cNvPr>
          <p:cNvSpPr>
            <a:spLocks noGrp="1"/>
          </p:cNvSpPr>
          <p:nvPr>
            <p:ph idx="1"/>
          </p:nvPr>
        </p:nvSpPr>
        <p:spPr/>
        <p:txBody>
          <a:bodyPr/>
          <a:lstStyle/>
          <a:p>
            <a:pPr algn="l" fontAlgn="b"/>
            <a:r>
              <a:rPr lang="en-US" sz="2800" u="none" strike="noStrike" dirty="0">
                <a:effectLst/>
              </a:rPr>
              <a:t>Mention which of the following attributes are included in your project and justify them: </a:t>
            </a:r>
          </a:p>
          <a:p>
            <a:pPr lvl="1" fontAlgn="b"/>
            <a:r>
              <a:rPr lang="en-US" u="none" strike="noStrike" dirty="0">
                <a:effectLst/>
              </a:rPr>
              <a:t>wide-ranging/conﬂicting technical issues</a:t>
            </a:r>
          </a:p>
          <a:p>
            <a:pPr lvl="1" fontAlgn="b"/>
            <a:r>
              <a:rPr lang="en-US" u="none" strike="noStrike" dirty="0">
                <a:effectLst/>
              </a:rPr>
              <a:t>no obvious solution</a:t>
            </a:r>
          </a:p>
          <a:p>
            <a:pPr lvl="1" fontAlgn="b"/>
            <a:r>
              <a:rPr lang="en-US" u="none" strike="noStrike" dirty="0">
                <a:effectLst/>
              </a:rPr>
              <a:t>infrequently encountered issues</a:t>
            </a:r>
          </a:p>
          <a:p>
            <a:pPr lvl="1" fontAlgn="b"/>
            <a:r>
              <a:rPr lang="en-US" u="none" strike="noStrike" dirty="0">
                <a:effectLst/>
              </a:rPr>
              <a:t>diverse groups of stakeholders</a:t>
            </a:r>
          </a:p>
          <a:p>
            <a:pPr lvl="1" fontAlgn="b"/>
            <a:r>
              <a:rPr lang="en-US" u="none" strike="noStrike" dirty="0">
                <a:effectLst/>
              </a:rPr>
              <a:t>component parts/sub-problems</a:t>
            </a:r>
            <a:endParaRPr lang="en-US" b="0" i="0" u="none" strike="noStrike" dirty="0">
              <a:solidFill>
                <a:srgbClr val="000000"/>
              </a:solidFill>
              <a:effectLst/>
              <a:latin typeface="Calibri" panose="020F0502020204030204" pitchFamily="34" charset="0"/>
            </a:endParaRPr>
          </a:p>
        </p:txBody>
      </p:sp>
    </p:spTree>
    <p:extLst>
      <p:ext uri="{BB962C8B-B14F-4D97-AF65-F5344CB8AC3E}">
        <p14:creationId xmlns:p14="http://schemas.microsoft.com/office/powerpoint/2010/main" val="637797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REFERENCES</a:t>
            </a:r>
          </a:p>
        </p:txBody>
      </p:sp>
      <p:sp>
        <p:nvSpPr>
          <p:cNvPr id="3" name="Content Placeholder 2"/>
          <p:cNvSpPr>
            <a:spLocks noGrp="1"/>
          </p:cNvSpPr>
          <p:nvPr>
            <p:ph idx="1"/>
          </p:nvPr>
        </p:nvSpPr>
        <p:spPr/>
        <p:txBody>
          <a:bodyPr>
            <a:normAutofit/>
          </a:bodyPr>
          <a:lstStyle/>
          <a:p>
            <a:r>
              <a:rPr lang="en-US" sz="1400" dirty="0"/>
              <a:t>[1]   Prince, D.J., Fulton, R.A. and </a:t>
            </a:r>
            <a:r>
              <a:rPr lang="en-US" sz="1400" dirty="0" err="1"/>
              <a:t>Garsombke</a:t>
            </a:r>
            <a:r>
              <a:rPr lang="en-US" sz="1400" dirty="0"/>
              <a:t>, T.W. 2009. Comparisons Of Proctored    Versus Non-Proctored Testing Strategies In Graduate Distance Education Curriculum. Journal of College Teaching &amp; Learning (TLC). 6, 7 (Nov. 2009). </a:t>
            </a:r>
            <a:r>
              <a:rPr lang="en-US" sz="1400" dirty="0" err="1"/>
              <a:t>DOI:https</a:t>
            </a:r>
            <a:r>
              <a:rPr lang="en-US" sz="1400" dirty="0"/>
              <a:t>://doi.org/10.19030/tlc.v6i7.1125.</a:t>
            </a:r>
          </a:p>
          <a:p>
            <a:endParaRPr lang="en-US" sz="1400" dirty="0"/>
          </a:p>
          <a:p>
            <a:r>
              <a:rPr lang="en-US" sz="1400" dirty="0"/>
              <a:t> [2] Research on Abnormal Behavior Detection of Online Examination Based on Image Information </a:t>
            </a:r>
            <a:r>
              <a:rPr lang="en-US" sz="1400" dirty="0" err="1"/>
              <a:t>Senbo</a:t>
            </a:r>
            <a:r>
              <a:rPr lang="en-US" sz="1400" dirty="0"/>
              <a:t> Hu1 , Xiao Jia2 , </a:t>
            </a:r>
            <a:r>
              <a:rPr lang="en-US" sz="1400" dirty="0" err="1"/>
              <a:t>Yingliang</a:t>
            </a:r>
            <a:r>
              <a:rPr lang="en-US" sz="1400" dirty="0"/>
              <a:t> Fu3 Dalian Maritime University College of Information Science and </a:t>
            </a:r>
            <a:r>
              <a:rPr lang="en-US" sz="1400" dirty="0" err="1"/>
              <a:t>TechnologyDalian</a:t>
            </a:r>
            <a:r>
              <a:rPr lang="en-US" sz="1400" dirty="0"/>
              <a:t>, Liaoning </a:t>
            </a:r>
            <a:r>
              <a:rPr lang="en-US" sz="1400" dirty="0" err="1"/>
              <a:t>Email:senbo@dlmu.edu.cn</a:t>
            </a:r>
            <a:r>
              <a:rPr lang="en-US" sz="1400" dirty="0"/>
              <a:t>, jiaxiao222@126.com,fuyl8125@dlmu.edu.cn</a:t>
            </a:r>
          </a:p>
          <a:p>
            <a:endParaRPr lang="en-US" sz="1400" dirty="0"/>
          </a:p>
          <a:p>
            <a:r>
              <a:rPr lang="en-US" sz="1400" dirty="0"/>
              <a:t> [3] E-cheating Prevention Measures: Detection of Cheating at Online Examinations Using Deep Learning Approach - A Case Study Leslie </a:t>
            </a:r>
            <a:r>
              <a:rPr lang="en-US" sz="1400" dirty="0" err="1"/>
              <a:t>ChingOw</a:t>
            </a:r>
            <a:r>
              <a:rPr lang="en-US" sz="1400" dirty="0"/>
              <a:t> </a:t>
            </a:r>
            <a:r>
              <a:rPr lang="en-US" sz="1400" dirty="0" err="1"/>
              <a:t>Tiong</a:t>
            </a:r>
            <a:r>
              <a:rPr lang="en-US" sz="1400" dirty="0"/>
              <a:t> and </a:t>
            </a:r>
            <a:r>
              <a:rPr lang="en-US" sz="1400" dirty="0" err="1"/>
              <a:t>HeeJeong</a:t>
            </a:r>
            <a:r>
              <a:rPr lang="en-US" sz="1400" dirty="0"/>
              <a:t> Jasmine Lee</a:t>
            </a:r>
          </a:p>
          <a:p>
            <a:endParaRPr lang="en-US" dirty="0"/>
          </a:p>
        </p:txBody>
      </p:sp>
    </p:spTree>
    <p:extLst>
      <p:ext uri="{BB962C8B-B14F-4D97-AF65-F5344CB8AC3E}">
        <p14:creationId xmlns:p14="http://schemas.microsoft.com/office/powerpoint/2010/main" val="3241990501"/>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90C226"/>
      </a:accent1>
      <a:accent2>
        <a:srgbClr val="54A021"/>
      </a:accent2>
      <a:accent3>
        <a:srgbClr val="E6B91E"/>
      </a:accent3>
      <a:accent4>
        <a:srgbClr val="E76618"/>
      </a:accent4>
      <a:accent5>
        <a:srgbClr val="C42F1A"/>
      </a:accent5>
      <a:accent6>
        <a:srgbClr val="918655"/>
      </a:accent6>
      <a:hlink>
        <a:srgbClr val="99CA3C"/>
      </a:hlink>
      <a:folHlink>
        <a:srgbClr val="B9D18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CFBC31BA-B70F-4F30-BCAA-4F3011E16C4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CA6DACD17AE36141913B569FEA0AF61D" ma:contentTypeVersion="4" ma:contentTypeDescription="Create a new document." ma:contentTypeScope="" ma:versionID="29c647625d3c9a4cd1a7c19c65f99300">
  <xsd:schema xmlns:xsd="http://www.w3.org/2001/XMLSchema" xmlns:xs="http://www.w3.org/2001/XMLSchema" xmlns:p="http://schemas.microsoft.com/office/2006/metadata/properties" xmlns:ns2="d6d52004-ab7c-4fb6-8c83-a8e928fd54fa" xmlns:ns3="75360317-056a-4120-9fdf-f86a04c66dd2" targetNamespace="http://schemas.microsoft.com/office/2006/metadata/properties" ma:root="true" ma:fieldsID="4d9c544759dcb8a979c8852d1a8e9b24" ns2:_="" ns3:_="">
    <xsd:import namespace="d6d52004-ab7c-4fb6-8c83-a8e928fd54fa"/>
    <xsd:import namespace="75360317-056a-4120-9fdf-f86a04c66dd2"/>
    <xsd:element name="properties">
      <xsd:complexType>
        <xsd:sequence>
          <xsd:element name="documentManagement">
            <xsd:complexType>
              <xsd:all>
                <xsd:element ref="ns2:MediaServiceMetadata" minOccurs="0"/>
                <xsd:element ref="ns2:MediaServiceFastMetadata" minOccurs="0"/>
                <xsd:element ref="ns3:SharedWithUsers" minOccurs="0"/>
                <xsd:element ref="ns3:SharedWithDetail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6d52004-ab7c-4fb6-8c83-a8e928fd54fa"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75360317-056a-4120-9fdf-f86a04c66dd2" elementFormDefault="qualified">
    <xsd:import namespace="http://schemas.microsoft.com/office/2006/documentManagement/types"/>
    <xsd:import namespace="http://schemas.microsoft.com/office/infopath/2007/PartnerControls"/>
    <xsd:element name="SharedWithUsers" ma:index="10"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1" nillable="true" ma:displayName="Shared With Details" ma:internalName="SharedWithDetail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4BBB1E80-A954-41A7-B2F7-20343C7768B7}">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6d52004-ab7c-4fb6-8c83-a8e928fd54fa"/>
    <ds:schemaRef ds:uri="75360317-056a-4120-9fdf-f86a04c66dd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1A2516E4-57B9-4D4E-9502-58880BCB2CF9}">
  <ds:schemaRefs>
    <ds:schemaRef ds:uri="http://schemas.microsoft.com/office/2006/documentManagement/types"/>
    <ds:schemaRef ds:uri="75360317-056a-4120-9fdf-f86a04c66dd2"/>
    <ds:schemaRef ds:uri="http://purl.org/dc/elements/1.1/"/>
    <ds:schemaRef ds:uri="http://schemas.microsoft.com/office/2006/metadata/properties"/>
    <ds:schemaRef ds:uri="http://schemas.openxmlformats.org/package/2006/metadata/core-properties"/>
    <ds:schemaRef ds:uri="http://purl.org/dc/terms/"/>
    <ds:schemaRef ds:uri="http://schemas.microsoft.com/office/infopath/2007/PartnerControls"/>
    <ds:schemaRef ds:uri="http://purl.org/dc/dcmitype/"/>
    <ds:schemaRef ds:uri="d6d52004-ab7c-4fb6-8c83-a8e928fd54fa"/>
    <ds:schemaRef ds:uri="http://www.w3.org/XML/1998/namespace"/>
  </ds:schemaRefs>
</ds:datastoreItem>
</file>

<file path=customXml/itemProps3.xml><?xml version="1.0" encoding="utf-8"?>
<ds:datastoreItem xmlns:ds="http://schemas.openxmlformats.org/officeDocument/2006/customXml" ds:itemID="{B81A4C9D-0867-4281-9158-98356DA2D3ED}">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Facet</Template>
  <TotalTime>1544</TotalTime>
  <Words>1150</Words>
  <Application>Microsoft Office PowerPoint</Application>
  <PresentationFormat>Widescreen</PresentationFormat>
  <Paragraphs>179</Paragraphs>
  <Slides>13</Slides>
  <Notes>4</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13</vt:i4>
      </vt:variant>
    </vt:vector>
  </HeadingPairs>
  <TitlesOfParts>
    <vt:vector size="20" baseType="lpstr">
      <vt:lpstr>Arial</vt:lpstr>
      <vt:lpstr>Calibri</vt:lpstr>
      <vt:lpstr>Times New Roman</vt:lpstr>
      <vt:lpstr>Trebuchet MS</vt:lpstr>
      <vt:lpstr>Wingdings</vt:lpstr>
      <vt:lpstr>Wingdings 3</vt:lpstr>
      <vt:lpstr>Facet</vt:lpstr>
      <vt:lpstr>PowerPoint Presentation</vt:lpstr>
      <vt:lpstr>Evaluation Criteria of title defense</vt:lpstr>
      <vt:lpstr>Problem statement</vt:lpstr>
      <vt:lpstr>PowerPoint Presentation</vt:lpstr>
      <vt:lpstr>Motivation/Justification/ Ethical Impact</vt:lpstr>
      <vt:lpstr>PowerPoint Presentation</vt:lpstr>
      <vt:lpstr>Literature Review </vt:lpstr>
      <vt:lpstr>PowerPoint Presentation</vt:lpstr>
      <vt:lpstr>In-depth Engineering/ Computing Knowledge</vt:lpstr>
      <vt:lpstr>In-depth Engineering/Computing Knowledge</vt:lpstr>
      <vt:lpstr>Involve at least one of the following attributes:  Wide-ranging/conﬂicting technical issues, no obvious solution, infrequently encountered issues, diverse groups of stakeholders, or component parts/sub-problems. </vt:lpstr>
      <vt:lpstr>Mention which of the following attributes are included in your project: </vt:lpstr>
      <vt:lpstr>REFERENCES</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Ali Shaukat Lecturer FCSE</dc:creator>
  <cp:lastModifiedBy>Windows User</cp:lastModifiedBy>
  <cp:revision>9</cp:revision>
  <dcterms:created xsi:type="dcterms:W3CDTF">2021-09-27T08:54:11Z</dcterms:created>
  <dcterms:modified xsi:type="dcterms:W3CDTF">2022-09-21T16:38:58Z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0x010100CA6DACD17AE36141913B569FEA0AF61D</vt:lpwstr>
  </property>
</Properties>
</file>